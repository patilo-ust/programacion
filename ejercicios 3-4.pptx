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60" r:id="rId8"/>
    <p:sldId id="262" r:id="rId9"/>
    <p:sldId id="259" r:id="rId10"/>
    <p:sldId id="263" r:id="rId11"/>
    <p:sldId id="261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25C2A-860A-4280-9EEA-FFC2F8F29A74}" v="24" dt="2026-03-19T12:21:54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o Ignacio Carrasco Zura" userId="09ca5161-ce19-4477-8d22-a96f7256ff82" providerId="ADAL" clId="{132C4E11-4057-424F-BE3E-50ABFA3DA178}"/>
    <pc:docChg chg="undo custSel addSld delSld modSld sldOrd addMainMaster delMainMaster">
      <pc:chgData name="Patricio Ignacio Carrasco Zura" userId="09ca5161-ce19-4477-8d22-a96f7256ff82" providerId="ADAL" clId="{132C4E11-4057-424F-BE3E-50ABFA3DA178}" dt="2026-03-19T21:17:29.665" v="292" actId="47"/>
      <pc:docMkLst>
        <pc:docMk/>
      </pc:docMkLst>
      <pc:sldChg chg="addSp delSp modSp mod setBg modClrScheme setClrOvrMap chgLayout">
        <pc:chgData name="Patricio Ignacio Carrasco Zura" userId="09ca5161-ce19-4477-8d22-a96f7256ff82" providerId="ADAL" clId="{132C4E11-4057-424F-BE3E-50ABFA3DA178}" dt="2026-03-19T12:02:11.955" v="145" actId="1076"/>
        <pc:sldMkLst>
          <pc:docMk/>
          <pc:sldMk cId="1961052072" sldId="256"/>
        </pc:sldMkLst>
        <pc:spChg chg="mod">
          <ac:chgData name="Patricio Ignacio Carrasco Zura" userId="09ca5161-ce19-4477-8d22-a96f7256ff82" providerId="ADAL" clId="{132C4E11-4057-424F-BE3E-50ABFA3DA178}" dt="2026-03-19T12:01:59.815" v="133" actId="26606"/>
          <ac:spMkLst>
            <pc:docMk/>
            <pc:sldMk cId="1961052072" sldId="256"/>
            <ac:spMk id="4" creationId="{5C2AF6C5-3A35-FEA0-DBDA-87CE790E1B94}"/>
          </ac:spMkLst>
        </pc:spChg>
        <pc:spChg chg="add mod">
          <ac:chgData name="Patricio Ignacio Carrasco Zura" userId="09ca5161-ce19-4477-8d22-a96f7256ff82" providerId="ADAL" clId="{132C4E11-4057-424F-BE3E-50ABFA3DA178}" dt="2026-03-19T12:02:11.955" v="145" actId="1076"/>
          <ac:spMkLst>
            <pc:docMk/>
            <pc:sldMk cId="1961052072" sldId="256"/>
            <ac:spMk id="5" creationId="{BA124389-6ED7-16D9-072C-258DEEF76260}"/>
          </ac:spMkLst>
        </pc:spChg>
        <pc:spChg chg="add del">
          <ac:chgData name="Patricio Ignacio Carrasco Zura" userId="09ca5161-ce19-4477-8d22-a96f7256ff82" providerId="ADAL" clId="{132C4E11-4057-424F-BE3E-50ABFA3DA178}" dt="2026-03-19T12:01:59.815" v="133" actId="26606"/>
          <ac:spMkLst>
            <pc:docMk/>
            <pc:sldMk cId="1961052072" sldId="256"/>
            <ac:spMk id="10" creationId="{7A875D55-4A80-43E9-38F6-27E3664939B0}"/>
          </ac:spMkLst>
        </pc:spChg>
        <pc:spChg chg="add">
          <ac:chgData name="Patricio Ignacio Carrasco Zura" userId="09ca5161-ce19-4477-8d22-a96f7256ff82" providerId="ADAL" clId="{132C4E11-4057-424F-BE3E-50ABFA3DA178}" dt="2026-03-19T12:01:59.815" v="133" actId="26606"/>
          <ac:spMkLst>
            <pc:docMk/>
            <pc:sldMk cId="1961052072" sldId="256"/>
            <ac:spMk id="19" creationId="{E49D7415-2F11-44C2-B6AA-13A25B6814B9}"/>
          </ac:spMkLst>
        </pc:spChg>
        <pc:picChg chg="add mod ord">
          <ac:chgData name="Patricio Ignacio Carrasco Zura" userId="09ca5161-ce19-4477-8d22-a96f7256ff82" providerId="ADAL" clId="{132C4E11-4057-424F-BE3E-50ABFA3DA178}" dt="2026-03-19T12:01:59.815" v="133" actId="26606"/>
          <ac:picMkLst>
            <pc:docMk/>
            <pc:sldMk cId="1961052072" sldId="256"/>
            <ac:picMk id="2" creationId="{4470EF29-E749-4689-150B-CF4AAF2A7717}"/>
          </ac:picMkLst>
        </pc:picChg>
        <pc:cxnChg chg="add">
          <ac:chgData name="Patricio Ignacio Carrasco Zura" userId="09ca5161-ce19-4477-8d22-a96f7256ff82" providerId="ADAL" clId="{132C4E11-4057-424F-BE3E-50ABFA3DA178}" dt="2026-03-19T12:01:59.815" v="133" actId="26606"/>
          <ac:cxnSpMkLst>
            <pc:docMk/>
            <pc:sldMk cId="1961052072" sldId="256"/>
            <ac:cxnSpMk id="15" creationId="{F64F9B95-9045-48D2-B9F3-2927E98F54AA}"/>
          </ac:cxnSpMkLst>
        </pc:cxnChg>
        <pc:cxnChg chg="add">
          <ac:chgData name="Patricio Ignacio Carrasco Zura" userId="09ca5161-ce19-4477-8d22-a96f7256ff82" providerId="ADAL" clId="{132C4E11-4057-424F-BE3E-50ABFA3DA178}" dt="2026-03-19T12:01:59.815" v="133" actId="26606"/>
          <ac:cxnSpMkLst>
            <pc:docMk/>
            <pc:sldMk cId="1961052072" sldId="256"/>
            <ac:cxnSpMk id="17" creationId="{085AA86F-6A4D-4BCB-A045-D992CDC2959B}"/>
          </ac:cxnSpMkLst>
        </pc:cxnChg>
        <pc:cxnChg chg="add">
          <ac:chgData name="Patricio Ignacio Carrasco Zura" userId="09ca5161-ce19-4477-8d22-a96f7256ff82" providerId="ADAL" clId="{132C4E11-4057-424F-BE3E-50ABFA3DA178}" dt="2026-03-19T12:01:59.815" v="133" actId="26606"/>
          <ac:cxnSpMkLst>
            <pc:docMk/>
            <pc:sldMk cId="1961052072" sldId="256"/>
            <ac:cxnSpMk id="21" creationId="{4583FD9E-C5A7-96F7-951D-7D292013CD58}"/>
          </ac:cxnSpMkLst>
        </pc:cxnChg>
      </pc:sldChg>
      <pc:sldChg chg="delSp modSp new mod">
        <pc:chgData name="Patricio Ignacio Carrasco Zura" userId="09ca5161-ce19-4477-8d22-a96f7256ff82" providerId="ADAL" clId="{132C4E11-4057-424F-BE3E-50ABFA3DA178}" dt="2026-03-19T12:05:57.081" v="178" actId="5793"/>
        <pc:sldMkLst>
          <pc:docMk/>
          <pc:sldMk cId="1876063266" sldId="257"/>
        </pc:sldMkLst>
        <pc:spChg chg="del">
          <ac:chgData name="Patricio Ignacio Carrasco Zura" userId="09ca5161-ce19-4477-8d22-a96f7256ff82" providerId="ADAL" clId="{132C4E11-4057-424F-BE3E-50ABFA3DA178}" dt="2026-03-19T12:02:58.104" v="147" actId="478"/>
          <ac:spMkLst>
            <pc:docMk/>
            <pc:sldMk cId="1876063266" sldId="257"/>
            <ac:spMk id="2" creationId="{14EFD8D9-4456-2145-2C46-01F57E8B2D02}"/>
          </ac:spMkLst>
        </pc:spChg>
        <pc:spChg chg="mod">
          <ac:chgData name="Patricio Ignacio Carrasco Zura" userId="09ca5161-ce19-4477-8d22-a96f7256ff82" providerId="ADAL" clId="{132C4E11-4057-424F-BE3E-50ABFA3DA178}" dt="2026-03-19T12:05:57.081" v="178" actId="5793"/>
          <ac:spMkLst>
            <pc:docMk/>
            <pc:sldMk cId="1876063266" sldId="257"/>
            <ac:spMk id="3" creationId="{12951F01-C765-23D2-14A2-91838CD166E0}"/>
          </ac:spMkLst>
        </pc:spChg>
      </pc:sldChg>
      <pc:sldChg chg="delSp modSp new mod">
        <pc:chgData name="Patricio Ignacio Carrasco Zura" userId="09ca5161-ce19-4477-8d22-a96f7256ff82" providerId="ADAL" clId="{132C4E11-4057-424F-BE3E-50ABFA3DA178}" dt="2026-03-19T12:04:38.100" v="153" actId="1076"/>
        <pc:sldMkLst>
          <pc:docMk/>
          <pc:sldMk cId="2366647257" sldId="258"/>
        </pc:sldMkLst>
        <pc:spChg chg="del">
          <ac:chgData name="Patricio Ignacio Carrasco Zura" userId="09ca5161-ce19-4477-8d22-a96f7256ff82" providerId="ADAL" clId="{132C4E11-4057-424F-BE3E-50ABFA3DA178}" dt="2026-03-19T12:04:35.666" v="152" actId="478"/>
          <ac:spMkLst>
            <pc:docMk/>
            <pc:sldMk cId="2366647257" sldId="258"/>
            <ac:spMk id="2" creationId="{03FD862B-C098-60E8-6B2C-A7AE8BCF5F7F}"/>
          </ac:spMkLst>
        </pc:spChg>
        <pc:spChg chg="mod">
          <ac:chgData name="Patricio Ignacio Carrasco Zura" userId="09ca5161-ce19-4477-8d22-a96f7256ff82" providerId="ADAL" clId="{132C4E11-4057-424F-BE3E-50ABFA3DA178}" dt="2026-03-19T12:04:38.100" v="153" actId="1076"/>
          <ac:spMkLst>
            <pc:docMk/>
            <pc:sldMk cId="2366647257" sldId="258"/>
            <ac:spMk id="3" creationId="{879B7435-2F39-4FFF-6A1C-484BBA6D5F85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9T12:06:53.123" v="189" actId="20577"/>
        <pc:sldMkLst>
          <pc:docMk/>
          <pc:sldMk cId="830025701" sldId="259"/>
        </pc:sldMkLst>
        <pc:spChg chg="del">
          <ac:chgData name="Patricio Ignacio Carrasco Zura" userId="09ca5161-ce19-4477-8d22-a96f7256ff82" providerId="ADAL" clId="{132C4E11-4057-424F-BE3E-50ABFA3DA178}" dt="2026-03-19T12:04:43.121" v="155" actId="478"/>
          <ac:spMkLst>
            <pc:docMk/>
            <pc:sldMk cId="830025701" sldId="259"/>
            <ac:spMk id="2" creationId="{6F5DBA26-5EC8-C1BA-5E17-6284504D2696}"/>
          </ac:spMkLst>
        </pc:spChg>
        <pc:spChg chg="mod">
          <ac:chgData name="Patricio Ignacio Carrasco Zura" userId="09ca5161-ce19-4477-8d22-a96f7256ff82" providerId="ADAL" clId="{132C4E11-4057-424F-BE3E-50ABFA3DA178}" dt="2026-03-19T12:06:26.987" v="184" actId="20577"/>
          <ac:spMkLst>
            <pc:docMk/>
            <pc:sldMk cId="830025701" sldId="259"/>
            <ac:spMk id="3" creationId="{4EA54848-6531-1DF7-9818-4ABEC6EB0702}"/>
          </ac:spMkLst>
        </pc:spChg>
        <pc:spChg chg="add mod">
          <ac:chgData name="Patricio Ignacio Carrasco Zura" userId="09ca5161-ce19-4477-8d22-a96f7256ff82" providerId="ADAL" clId="{132C4E11-4057-424F-BE3E-50ABFA3DA178}" dt="2026-03-19T12:06:53.123" v="189" actId="20577"/>
          <ac:spMkLst>
            <pc:docMk/>
            <pc:sldMk cId="830025701" sldId="259"/>
            <ac:spMk id="5" creationId="{79ED1648-832D-C0FC-CF42-F248D822D413}"/>
          </ac:spMkLst>
        </pc:spChg>
      </pc:sldChg>
      <pc:sldChg chg="modSp add mod ord">
        <pc:chgData name="Patricio Ignacio Carrasco Zura" userId="09ca5161-ce19-4477-8d22-a96f7256ff82" providerId="ADAL" clId="{132C4E11-4057-424F-BE3E-50ABFA3DA178}" dt="2026-03-19T21:16:36.970" v="291" actId="20577"/>
        <pc:sldMkLst>
          <pc:docMk/>
          <pc:sldMk cId="3325325079" sldId="260"/>
        </pc:sldMkLst>
        <pc:spChg chg="mod">
          <ac:chgData name="Patricio Ignacio Carrasco Zura" userId="09ca5161-ce19-4477-8d22-a96f7256ff82" providerId="ADAL" clId="{132C4E11-4057-424F-BE3E-50ABFA3DA178}" dt="2026-03-19T21:16:36.970" v="291" actId="20577"/>
          <ac:spMkLst>
            <pc:docMk/>
            <pc:sldMk cId="3325325079" sldId="260"/>
            <ac:spMk id="3" creationId="{134D6CC5-55E4-36E8-2023-4828AB2293CE}"/>
          </ac:spMkLst>
        </pc:spChg>
      </pc:sldChg>
      <pc:sldChg chg="addSp delSp modSp add mod">
        <pc:chgData name="Patricio Ignacio Carrasco Zura" userId="09ca5161-ce19-4477-8d22-a96f7256ff82" providerId="ADAL" clId="{132C4E11-4057-424F-BE3E-50ABFA3DA178}" dt="2026-03-19T12:08:37.862" v="198" actId="14100"/>
        <pc:sldMkLst>
          <pc:docMk/>
          <pc:sldMk cId="2774397079" sldId="261"/>
        </pc:sldMkLst>
        <pc:spChg chg="add">
          <ac:chgData name="Patricio Ignacio Carrasco Zura" userId="09ca5161-ce19-4477-8d22-a96f7256ff82" providerId="ADAL" clId="{132C4E11-4057-424F-BE3E-50ABFA3DA178}" dt="2026-03-19T12:07:52.347" v="190"/>
          <ac:spMkLst>
            <pc:docMk/>
            <pc:sldMk cId="2774397079" sldId="261"/>
            <ac:spMk id="2" creationId="{4EC5AE0F-011A-5AA6-8D0D-5A558AC03005}"/>
          </ac:spMkLst>
        </pc:spChg>
        <pc:spChg chg="del">
          <ac:chgData name="Patricio Ignacio Carrasco Zura" userId="09ca5161-ce19-4477-8d22-a96f7256ff82" providerId="ADAL" clId="{132C4E11-4057-424F-BE3E-50ABFA3DA178}" dt="2026-03-19T12:08:07.729" v="191" actId="478"/>
          <ac:spMkLst>
            <pc:docMk/>
            <pc:sldMk cId="2774397079" sldId="261"/>
            <ac:spMk id="3" creationId="{83A4CBB3-9B75-B187-88C3-7AC32179DB36}"/>
          </ac:spMkLst>
        </pc:spChg>
        <pc:picChg chg="add mod">
          <ac:chgData name="Patricio Ignacio Carrasco Zura" userId="09ca5161-ce19-4477-8d22-a96f7256ff82" providerId="ADAL" clId="{132C4E11-4057-424F-BE3E-50ABFA3DA178}" dt="2026-03-19T12:08:33.348" v="196" actId="1076"/>
          <ac:picMkLst>
            <pc:docMk/>
            <pc:sldMk cId="2774397079" sldId="261"/>
            <ac:picMk id="5" creationId="{1B8FA539-2383-D9B3-CF44-6A7623BB20A0}"/>
          </ac:picMkLst>
        </pc:picChg>
        <pc:picChg chg="add mod">
          <ac:chgData name="Patricio Ignacio Carrasco Zura" userId="09ca5161-ce19-4477-8d22-a96f7256ff82" providerId="ADAL" clId="{132C4E11-4057-424F-BE3E-50ABFA3DA178}" dt="2026-03-19T12:08:37.862" v="198" actId="14100"/>
          <ac:picMkLst>
            <pc:docMk/>
            <pc:sldMk cId="2774397079" sldId="261"/>
            <ac:picMk id="7" creationId="{2787A136-C273-59B6-C5D9-5A6726D660F5}"/>
          </ac:picMkLst>
        </pc:picChg>
      </pc:sldChg>
      <pc:sldChg chg="modSp add ord">
        <pc:chgData name="Patricio Ignacio Carrasco Zura" userId="09ca5161-ce19-4477-8d22-a96f7256ff82" providerId="ADAL" clId="{132C4E11-4057-424F-BE3E-50ABFA3DA178}" dt="2026-03-19T12:05:48.543" v="175"/>
        <pc:sldMkLst>
          <pc:docMk/>
          <pc:sldMk cId="1881056365" sldId="262"/>
        </pc:sldMkLst>
        <pc:spChg chg="mod">
          <ac:chgData name="Patricio Ignacio Carrasco Zura" userId="09ca5161-ce19-4477-8d22-a96f7256ff82" providerId="ADAL" clId="{132C4E11-4057-424F-BE3E-50ABFA3DA178}" dt="2026-03-19T12:05:39.467" v="173"/>
          <ac:spMkLst>
            <pc:docMk/>
            <pc:sldMk cId="1881056365" sldId="262"/>
            <ac:spMk id="3" creationId="{BCC21B07-4317-EB2B-16A3-306D34183F67}"/>
          </ac:spMkLst>
        </pc:spChg>
      </pc:sldChg>
      <pc:sldChg chg="modSp add mod ord">
        <pc:chgData name="Patricio Ignacio Carrasco Zura" userId="09ca5161-ce19-4477-8d22-a96f7256ff82" providerId="ADAL" clId="{132C4E11-4057-424F-BE3E-50ABFA3DA178}" dt="2026-03-19T12:10:13.439" v="209"/>
        <pc:sldMkLst>
          <pc:docMk/>
          <pc:sldMk cId="443569009" sldId="263"/>
        </pc:sldMkLst>
        <pc:spChg chg="mod">
          <ac:chgData name="Patricio Ignacio Carrasco Zura" userId="09ca5161-ce19-4477-8d22-a96f7256ff82" providerId="ADAL" clId="{132C4E11-4057-424F-BE3E-50ABFA3DA178}" dt="2026-03-19T12:09:56.154" v="207" actId="20577"/>
          <ac:spMkLst>
            <pc:docMk/>
            <pc:sldMk cId="443569009" sldId="263"/>
            <ac:spMk id="3" creationId="{A34B3F15-A7EB-33E0-7A9D-C0B83CABC3A4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9T12:13:43.463" v="236" actId="1076"/>
        <pc:sldMkLst>
          <pc:docMk/>
          <pc:sldMk cId="1752632104" sldId="264"/>
        </pc:sldMkLst>
        <pc:spChg chg="del">
          <ac:chgData name="Patricio Ignacio Carrasco Zura" userId="09ca5161-ce19-4477-8d22-a96f7256ff82" providerId="ADAL" clId="{132C4E11-4057-424F-BE3E-50ABFA3DA178}" dt="2026-03-19T12:11:53.493" v="211" actId="478"/>
          <ac:spMkLst>
            <pc:docMk/>
            <pc:sldMk cId="1752632104" sldId="264"/>
            <ac:spMk id="2" creationId="{D0034F1D-35A1-C979-2CFB-8E9015CBDC22}"/>
          </ac:spMkLst>
        </pc:spChg>
        <pc:spChg chg="del">
          <ac:chgData name="Patricio Ignacio Carrasco Zura" userId="09ca5161-ce19-4477-8d22-a96f7256ff82" providerId="ADAL" clId="{132C4E11-4057-424F-BE3E-50ABFA3DA178}" dt="2026-03-19T12:12:22.310" v="212" actId="478"/>
          <ac:spMkLst>
            <pc:docMk/>
            <pc:sldMk cId="1752632104" sldId="264"/>
            <ac:spMk id="3" creationId="{8387CCA7-2C82-CACE-957D-9613DC1E254D}"/>
          </ac:spMkLst>
        </pc:spChg>
        <pc:picChg chg="add mod">
          <ac:chgData name="Patricio Ignacio Carrasco Zura" userId="09ca5161-ce19-4477-8d22-a96f7256ff82" providerId="ADAL" clId="{132C4E11-4057-424F-BE3E-50ABFA3DA178}" dt="2026-03-19T12:13:41.195" v="235" actId="14100"/>
          <ac:picMkLst>
            <pc:docMk/>
            <pc:sldMk cId="1752632104" sldId="264"/>
            <ac:picMk id="5" creationId="{7F7FACD1-CABE-B890-E8A3-FBB91E1EC127}"/>
          </ac:picMkLst>
        </pc:picChg>
        <pc:picChg chg="add del mod">
          <ac:chgData name="Patricio Ignacio Carrasco Zura" userId="09ca5161-ce19-4477-8d22-a96f7256ff82" providerId="ADAL" clId="{132C4E11-4057-424F-BE3E-50ABFA3DA178}" dt="2026-03-19T12:13:15.493" v="228" actId="478"/>
          <ac:picMkLst>
            <pc:docMk/>
            <pc:sldMk cId="1752632104" sldId="264"/>
            <ac:picMk id="7" creationId="{3B8E1A3D-2C02-FED4-59F8-AEAEE5620BAC}"/>
          </ac:picMkLst>
        </pc:picChg>
        <pc:picChg chg="add mod">
          <ac:chgData name="Patricio Ignacio Carrasco Zura" userId="09ca5161-ce19-4477-8d22-a96f7256ff82" providerId="ADAL" clId="{132C4E11-4057-424F-BE3E-50ABFA3DA178}" dt="2026-03-19T12:13:43.463" v="236" actId="1076"/>
          <ac:picMkLst>
            <pc:docMk/>
            <pc:sldMk cId="1752632104" sldId="264"/>
            <ac:picMk id="9" creationId="{E4E3591D-2163-2BB5-A010-100B8B7F0B9F}"/>
          </ac:picMkLst>
        </pc:picChg>
      </pc:sldChg>
      <pc:sldChg chg="addSp delSp modSp new mod">
        <pc:chgData name="Patricio Ignacio Carrasco Zura" userId="09ca5161-ce19-4477-8d22-a96f7256ff82" providerId="ADAL" clId="{132C4E11-4057-424F-BE3E-50ABFA3DA178}" dt="2026-03-19T12:14:53.642" v="243" actId="1076"/>
        <pc:sldMkLst>
          <pc:docMk/>
          <pc:sldMk cId="4230966565" sldId="265"/>
        </pc:sldMkLst>
        <pc:spChg chg="del">
          <ac:chgData name="Patricio Ignacio Carrasco Zura" userId="09ca5161-ce19-4477-8d22-a96f7256ff82" providerId="ADAL" clId="{132C4E11-4057-424F-BE3E-50ABFA3DA178}" dt="2026-03-19T12:13:59.530" v="238" actId="478"/>
          <ac:spMkLst>
            <pc:docMk/>
            <pc:sldMk cId="4230966565" sldId="265"/>
            <ac:spMk id="2" creationId="{17A5CBD9-9F0D-D4FD-37CB-2A1D5A0C3C69}"/>
          </ac:spMkLst>
        </pc:spChg>
        <pc:spChg chg="del">
          <ac:chgData name="Patricio Ignacio Carrasco Zura" userId="09ca5161-ce19-4477-8d22-a96f7256ff82" providerId="ADAL" clId="{132C4E11-4057-424F-BE3E-50ABFA3DA178}" dt="2026-03-19T12:14:02.002" v="239" actId="478"/>
          <ac:spMkLst>
            <pc:docMk/>
            <pc:sldMk cId="4230966565" sldId="265"/>
            <ac:spMk id="3" creationId="{A3FCB5DF-4934-9B02-527A-BB5CC3844B0F}"/>
          </ac:spMkLst>
        </pc:spChg>
        <pc:picChg chg="add mod">
          <ac:chgData name="Patricio Ignacio Carrasco Zura" userId="09ca5161-ce19-4477-8d22-a96f7256ff82" providerId="ADAL" clId="{132C4E11-4057-424F-BE3E-50ABFA3DA178}" dt="2026-03-19T12:14:53.642" v="243" actId="1076"/>
          <ac:picMkLst>
            <pc:docMk/>
            <pc:sldMk cId="4230966565" sldId="265"/>
            <ac:picMk id="5" creationId="{E10E8F30-6057-7969-11B0-FB35A79FFAEE}"/>
          </ac:picMkLst>
        </pc:picChg>
      </pc:sldChg>
      <pc:sldChg chg="addSp delSp modSp new mod">
        <pc:chgData name="Patricio Ignacio Carrasco Zura" userId="09ca5161-ce19-4477-8d22-a96f7256ff82" providerId="ADAL" clId="{132C4E11-4057-424F-BE3E-50ABFA3DA178}" dt="2026-03-19T12:19:23.700" v="271" actId="1076"/>
        <pc:sldMkLst>
          <pc:docMk/>
          <pc:sldMk cId="574061424" sldId="266"/>
        </pc:sldMkLst>
        <pc:spChg chg="del">
          <ac:chgData name="Patricio Ignacio Carrasco Zura" userId="09ca5161-ce19-4477-8d22-a96f7256ff82" providerId="ADAL" clId="{132C4E11-4057-424F-BE3E-50ABFA3DA178}" dt="2026-03-19T12:14:57.602" v="245" actId="478"/>
          <ac:spMkLst>
            <pc:docMk/>
            <pc:sldMk cId="574061424" sldId="266"/>
            <ac:spMk id="2" creationId="{EF0CA17D-69F5-C495-FAAF-B59E4CDD5B16}"/>
          </ac:spMkLst>
        </pc:spChg>
        <pc:spChg chg="mod">
          <ac:chgData name="Patricio Ignacio Carrasco Zura" userId="09ca5161-ce19-4477-8d22-a96f7256ff82" providerId="ADAL" clId="{132C4E11-4057-424F-BE3E-50ABFA3DA178}" dt="2026-03-19T12:19:23.700" v="271" actId="1076"/>
          <ac:spMkLst>
            <pc:docMk/>
            <pc:sldMk cId="574061424" sldId="266"/>
            <ac:spMk id="3" creationId="{0F5267AE-6B5E-097E-59AA-DE041854D174}"/>
          </ac:spMkLst>
        </pc:spChg>
        <pc:spChg chg="add mod">
          <ac:chgData name="Patricio Ignacio Carrasco Zura" userId="09ca5161-ce19-4477-8d22-a96f7256ff82" providerId="ADAL" clId="{132C4E11-4057-424F-BE3E-50ABFA3DA178}" dt="2026-03-19T12:16:10.987" v="258" actId="20577"/>
          <ac:spMkLst>
            <pc:docMk/>
            <pc:sldMk cId="574061424" sldId="266"/>
            <ac:spMk id="5" creationId="{CC732236-61FF-6646-6EA2-A032D509FF28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9T12:21:54.318" v="289" actId="1076"/>
        <pc:sldMkLst>
          <pc:docMk/>
          <pc:sldMk cId="1582776358" sldId="267"/>
        </pc:sldMkLst>
        <pc:spChg chg="del">
          <ac:chgData name="Patricio Ignacio Carrasco Zura" userId="09ca5161-ce19-4477-8d22-a96f7256ff82" providerId="ADAL" clId="{132C4E11-4057-424F-BE3E-50ABFA3DA178}" dt="2026-03-19T12:19:43.445" v="274" actId="478"/>
          <ac:spMkLst>
            <pc:docMk/>
            <pc:sldMk cId="1582776358" sldId="267"/>
            <ac:spMk id="2" creationId="{3ED780AE-AEF1-FA9B-2C92-8571E0027C12}"/>
          </ac:spMkLst>
        </pc:spChg>
        <pc:spChg chg="mod">
          <ac:chgData name="Patricio Ignacio Carrasco Zura" userId="09ca5161-ce19-4477-8d22-a96f7256ff82" providerId="ADAL" clId="{132C4E11-4057-424F-BE3E-50ABFA3DA178}" dt="2026-03-19T12:20:22.903" v="281" actId="14100"/>
          <ac:spMkLst>
            <pc:docMk/>
            <pc:sldMk cId="1582776358" sldId="267"/>
            <ac:spMk id="3" creationId="{1A9017B9-8881-F8C6-65C9-06C6CE2C7C08}"/>
          </ac:spMkLst>
        </pc:spChg>
        <pc:picChg chg="add mod">
          <ac:chgData name="Patricio Ignacio Carrasco Zura" userId="09ca5161-ce19-4477-8d22-a96f7256ff82" providerId="ADAL" clId="{132C4E11-4057-424F-BE3E-50ABFA3DA178}" dt="2026-03-19T12:20:27.877" v="284" actId="1076"/>
          <ac:picMkLst>
            <pc:docMk/>
            <pc:sldMk cId="1582776358" sldId="267"/>
            <ac:picMk id="2050" creationId="{974AC6DF-746C-02D7-96EE-6F7A0B309A9F}"/>
          </ac:picMkLst>
        </pc:picChg>
        <pc:picChg chg="add mod">
          <ac:chgData name="Patricio Ignacio Carrasco Zura" userId="09ca5161-ce19-4477-8d22-a96f7256ff82" providerId="ADAL" clId="{132C4E11-4057-424F-BE3E-50ABFA3DA178}" dt="2026-03-19T12:21:54.318" v="289" actId="1076"/>
          <ac:picMkLst>
            <pc:docMk/>
            <pc:sldMk cId="1582776358" sldId="267"/>
            <ac:picMk id="2052" creationId="{6C780286-6F66-7A11-BB92-55CAAFAC3EA2}"/>
          </ac:picMkLst>
        </pc:picChg>
      </pc:sldChg>
      <pc:sldChg chg="new del">
        <pc:chgData name="Patricio Ignacio Carrasco Zura" userId="09ca5161-ce19-4477-8d22-a96f7256ff82" providerId="ADAL" clId="{132C4E11-4057-424F-BE3E-50ABFA3DA178}" dt="2026-03-19T21:17:29.665" v="292" actId="47"/>
        <pc:sldMkLst>
          <pc:docMk/>
          <pc:sldMk cId="613067249" sldId="268"/>
        </pc:sldMkLst>
      </pc:sldChg>
      <pc:sldMasterChg chg="del delSldLayout">
        <pc:chgData name="Patricio Ignacio Carrasco Zura" userId="09ca5161-ce19-4477-8d22-a96f7256ff82" providerId="ADAL" clId="{132C4E11-4057-424F-BE3E-50ABFA3DA178}" dt="2026-03-19T12:01:03.711" v="92" actId="26606"/>
        <pc:sldMasterMkLst>
          <pc:docMk/>
          <pc:sldMasterMk cId="594179536" sldId="2147483648"/>
        </pc:sldMasterMkLst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1300496555" sldId="2147483649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2015543553" sldId="2147483650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3329785507" sldId="2147483651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988258059" sldId="2147483652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1495857710" sldId="2147483653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2961138415" sldId="2147483654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4146736682" sldId="2147483655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2974432863" sldId="2147483656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80818483" sldId="2147483657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940197321" sldId="2147483658"/>
          </pc:sldLayoutMkLst>
        </pc:sldLayoutChg>
        <pc:sldLayoutChg chg="del">
          <pc:chgData name="Patricio Ignacio Carrasco Zura" userId="09ca5161-ce19-4477-8d22-a96f7256ff82" providerId="ADAL" clId="{132C4E11-4057-424F-BE3E-50ABFA3DA178}" dt="2026-03-19T12:01:03.711" v="92" actId="26606"/>
          <pc:sldLayoutMkLst>
            <pc:docMk/>
            <pc:sldMasterMk cId="594179536" sldId="2147483648"/>
            <pc:sldLayoutMk cId="1642735855" sldId="2147483659"/>
          </pc:sldLayoutMkLst>
        </pc:sldLayoutChg>
      </pc:sldMasterChg>
      <pc:sldMasterChg chg="add del replId addSldLayout delSldLayout">
        <pc:chgData name="Patricio Ignacio Carrasco Zura" userId="09ca5161-ce19-4477-8d22-a96f7256ff82" providerId="ADAL" clId="{132C4E11-4057-424F-BE3E-50ABFA3DA178}" dt="2026-03-19T12:01:59.815" v="133" actId="26606"/>
        <pc:sldMasterMkLst>
          <pc:docMk/>
          <pc:sldMasterMk cId="456484320" sldId="2147483660"/>
        </pc:sldMasterMkLst>
        <pc:sldLayoutChg chg="add del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1839895144" sldId="2147483661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3402955595" sldId="2147483662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1992820887" sldId="2147483663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1367818333" sldId="2147483664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1551215858" sldId="2147483665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3786821274" sldId="2147483666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2648066780" sldId="2147483667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1642310428" sldId="2147483668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775131713" sldId="2147483669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1739843983" sldId="2147483670"/>
          </pc:sldLayoutMkLst>
        </pc:sldLayoutChg>
        <pc:sldLayoutChg chg="add del replI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456484320" sldId="2147483660"/>
            <pc:sldLayoutMk cId="2129461297" sldId="2147483671"/>
          </pc:sldLayoutMkLst>
        </pc:sldLayoutChg>
      </pc:sldMasterChg>
      <pc:sldMasterChg chg="add addSldLayout">
        <pc:chgData name="Patricio Ignacio Carrasco Zura" userId="09ca5161-ce19-4477-8d22-a96f7256ff82" providerId="ADAL" clId="{132C4E11-4057-424F-BE3E-50ABFA3DA178}" dt="2026-03-19T12:01:59.815" v="133" actId="26606"/>
        <pc:sldMasterMkLst>
          <pc:docMk/>
          <pc:sldMasterMk cId="2552621855" sldId="2147483672"/>
        </pc:sldMasterMkLst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2156852924" sldId="2147483673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1149500275" sldId="2147483674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898725644" sldId="2147483675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1507735544" sldId="2147483676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2959084746" sldId="2147483677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1665228536" sldId="2147483678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1833457482" sldId="2147483679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916438456" sldId="2147483680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1193731262" sldId="2147483681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3402725314" sldId="2147483682"/>
          </pc:sldLayoutMkLst>
        </pc:sldLayoutChg>
        <pc:sldLayoutChg chg="add">
          <pc:chgData name="Patricio Ignacio Carrasco Zura" userId="09ca5161-ce19-4477-8d22-a96f7256ff82" providerId="ADAL" clId="{132C4E11-4057-424F-BE3E-50ABFA3DA178}" dt="2026-03-19T12:01:59.815" v="133" actId="26606"/>
          <pc:sldLayoutMkLst>
            <pc:docMk/>
            <pc:sldMasterMk cId="2552621855" sldId="2147483672"/>
            <pc:sldLayoutMk cId="2944042462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5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00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2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3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8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28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5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3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3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2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4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62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2AF6C5-3A35-FEA0-DBDA-87CE790E1B94}"/>
              </a:ext>
            </a:extLst>
          </p:cNvPr>
          <p:cNvSpPr txBox="1"/>
          <p:nvPr/>
        </p:nvSpPr>
        <p:spPr>
          <a:xfrm>
            <a:off x="704088" y="914400"/>
            <a:ext cx="6001512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cap="all" spc="30">
                <a:latin typeface="+mj-lt"/>
                <a:ea typeface="+mj-ea"/>
                <a:cs typeface="+mj-cs"/>
              </a:rPr>
              <a:t>Ejercicios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cap="all" spc="30">
                <a:latin typeface="+mj-lt"/>
                <a:ea typeface="+mj-ea"/>
                <a:cs typeface="+mj-cs"/>
              </a:rPr>
              <a:t>Para reforzar condicionales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cap="all" spc="30">
                <a:latin typeface="+mj-lt"/>
                <a:ea typeface="+mj-ea"/>
                <a:cs typeface="+mj-cs"/>
              </a:rPr>
              <a:t>Y control de flujo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A124389-6ED7-16D9-072C-258DEEF76260}"/>
              </a:ext>
            </a:extLst>
          </p:cNvPr>
          <p:cNvSpPr txBox="1"/>
          <p:nvPr/>
        </p:nvSpPr>
        <p:spPr>
          <a:xfrm>
            <a:off x="1429179" y="2920515"/>
            <a:ext cx="600151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If - </a:t>
            </a:r>
            <a:r>
              <a:rPr lang="en-US" sz="3200" dirty="0" err="1"/>
              <a:t>elif</a:t>
            </a:r>
            <a:r>
              <a:rPr lang="en-US" sz="3200" dirty="0"/>
              <a:t> - else</a:t>
            </a:r>
          </a:p>
          <a:p>
            <a:pPr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Match - case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70EF29-E749-4689-150B-CF4AAF2A7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7274560" y="3790246"/>
            <a:ext cx="4202057" cy="23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52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51F01-C765-23D2-14A2-91838CD16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430141"/>
            <a:ext cx="10691265" cy="3739896"/>
          </a:xfrm>
        </p:spPr>
        <p:txBody>
          <a:bodyPr/>
          <a:lstStyle/>
          <a:p>
            <a:r>
              <a:rPr lang="es-ES" b="1" dirty="0"/>
              <a:t>Ejercicio 1: El Clasificador de Triángulos</a:t>
            </a:r>
            <a:r>
              <a:rPr lang="es-ES" dirty="0"/>
              <a:t> Pide al usuario las longitudes de los tres lados de un triángulo.</a:t>
            </a:r>
          </a:p>
          <a:p>
            <a:r>
              <a:rPr lang="es-ES" dirty="0"/>
              <a:t>Si los tres lados son iguales: "Equilátero".</a:t>
            </a:r>
          </a:p>
          <a:p>
            <a:r>
              <a:rPr lang="es-ES" dirty="0"/>
              <a:t>Si solo dos son iguales: "Isósceles".</a:t>
            </a:r>
          </a:p>
          <a:p>
            <a:r>
              <a:rPr lang="es-ES" dirty="0"/>
              <a:t>Si todos son diferentes: "Escaleno".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7606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9B7435-2F39-4FFF-6A1C-484BBA6D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855106"/>
            <a:ext cx="10691265" cy="3739896"/>
          </a:xfrm>
        </p:spPr>
        <p:txBody>
          <a:bodyPr/>
          <a:lstStyle/>
          <a:p>
            <a:r>
              <a:rPr lang="es-ES" b="1" dirty="0"/>
              <a:t>Ejercicio 2: Control de Velocidad</a:t>
            </a:r>
            <a:r>
              <a:rPr lang="es-ES" dirty="0"/>
              <a:t> Pide la velocidad de un coche:</a:t>
            </a:r>
          </a:p>
          <a:p>
            <a:r>
              <a:rPr lang="es-ES" dirty="0"/>
              <a:t>Si es menor a 20: "Muy lento".</a:t>
            </a:r>
          </a:p>
          <a:p>
            <a:r>
              <a:rPr lang="es-ES" dirty="0"/>
              <a:t>Si está entre 20 y 60: "Velocidad moderada".</a:t>
            </a:r>
          </a:p>
          <a:p>
            <a:r>
              <a:rPr lang="es-ES" dirty="0"/>
              <a:t>Si está entre 61 y 120: "Velocidad alta".</a:t>
            </a:r>
          </a:p>
          <a:p>
            <a:r>
              <a:rPr lang="es-ES" dirty="0"/>
              <a:t>Si es mayor a 120: "¡Multa por exceso de velocidad!".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66647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49F2-808D-A23F-67CA-3D75789D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4D6CC5-55E4-36E8-2023-4828AB22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987081"/>
            <a:ext cx="10691265" cy="3739896"/>
          </a:xfrm>
        </p:spPr>
        <p:txBody>
          <a:bodyPr>
            <a:normAutofit/>
          </a:bodyPr>
          <a:lstStyle/>
          <a:p>
            <a:r>
              <a:rPr lang="es-ES" b="1" dirty="0"/>
              <a:t>Ejercicio 3: Calculadora de Meses</a:t>
            </a:r>
            <a:r>
              <a:rPr lang="es-ES" dirty="0"/>
              <a:t> Pide un número del 1 al 12 y muestra a qué estación del año pertenece (suponiendo hemisferio sur o norte según prefieras).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2532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02E7-88C7-FF12-B93C-ED4CACBC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C21B07-4317-EB2B-16A3-306D34183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987081"/>
            <a:ext cx="10691265" cy="3739896"/>
          </a:xfrm>
        </p:spPr>
        <p:txBody>
          <a:bodyPr/>
          <a:lstStyle/>
          <a:p>
            <a:r>
              <a:rPr lang="es-ES" b="1" dirty="0"/>
              <a:t>Ejercicio 4: Conversor de Monedas Básico</a:t>
            </a:r>
            <a:r>
              <a:rPr lang="es-ES" dirty="0"/>
              <a:t> El usuario ingresa un monto en moneda local y elige una opción:</a:t>
            </a:r>
          </a:p>
          <a:p>
            <a:r>
              <a:rPr lang="es-ES" dirty="0"/>
              <a:t>case "A": Convertir a Dólares.</a:t>
            </a:r>
          </a:p>
          <a:p>
            <a:r>
              <a:rPr lang="es-ES" dirty="0"/>
              <a:t>case "B": Convertir a Euros.</a:t>
            </a:r>
          </a:p>
          <a:p>
            <a:r>
              <a:rPr lang="es-ES" dirty="0"/>
              <a:t>case "C": Convertir a Pesos.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8105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A54848-6531-1DF7-9818-4ABEC6EB0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987081"/>
            <a:ext cx="10691265" cy="3739896"/>
          </a:xfrm>
        </p:spPr>
        <p:txBody>
          <a:bodyPr/>
          <a:lstStyle/>
          <a:p>
            <a:r>
              <a:rPr lang="es-ES" b="1" dirty="0"/>
              <a:t>Ejercicio 5: Sistema de Cobro de Estacionamiento Profesional</a:t>
            </a:r>
            <a:r>
              <a:rPr lang="es-ES" dirty="0"/>
              <a:t> Diseña un programa con el siguiente flujo:</a:t>
            </a:r>
          </a:p>
          <a:p>
            <a:r>
              <a:rPr lang="es-ES" dirty="0"/>
              <a:t>Pregunta al usuario cuántas horas permaneció el auto. Si las horas son menores o iguales a 0, muestra un error.</a:t>
            </a:r>
          </a:p>
          <a:p>
            <a:r>
              <a:rPr lang="es-ES" b="1" dirty="0"/>
              <a:t>Selección de Vehículo: </a:t>
            </a:r>
            <a:r>
              <a:rPr lang="es-ES" dirty="0"/>
              <a:t>Si las horas son válidas, pregunta el tipo de vehículo:</a:t>
            </a:r>
          </a:p>
          <a:p>
            <a:pPr lvl="1"/>
            <a:r>
              <a:rPr lang="es-ES" b="1" dirty="0"/>
              <a:t>Case "Moto":</a:t>
            </a:r>
            <a:r>
              <a:rPr lang="es-ES" dirty="0"/>
              <a:t> El costo es $2 por hora.</a:t>
            </a:r>
          </a:p>
          <a:p>
            <a:pPr lvl="1"/>
            <a:r>
              <a:rPr lang="es-ES" b="1" dirty="0"/>
              <a:t>Case "Auto":</a:t>
            </a:r>
            <a:r>
              <a:rPr lang="es-ES" dirty="0"/>
              <a:t> El costo es $5 por hora.</a:t>
            </a:r>
          </a:p>
          <a:p>
            <a:pPr lvl="1"/>
            <a:r>
              <a:rPr lang="es-ES" b="1" dirty="0"/>
              <a:t>Case "Camión":</a:t>
            </a:r>
            <a:r>
              <a:rPr lang="es-ES" dirty="0"/>
              <a:t> El costo es $10 por hora.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ED1648-832D-C0FC-CF42-F248D822D413}"/>
              </a:ext>
            </a:extLst>
          </p:cNvPr>
          <p:cNvSpPr txBox="1"/>
          <p:nvPr/>
        </p:nvSpPr>
        <p:spPr>
          <a:xfrm>
            <a:off x="4197285" y="4540346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Validación Interna </a:t>
            </a:r>
            <a:r>
              <a:rPr lang="es-ES" dirty="0"/>
              <a:t>Dentro de cada opción (por ejemplo, dentro de "Auto"), verifica: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Si</a:t>
            </a:r>
            <a:r>
              <a:rPr lang="es-ES" dirty="0"/>
              <a:t> las horas son más de 8, aplica un descuento del 10% al total.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Si no</a:t>
            </a:r>
            <a:r>
              <a:rPr lang="es-ES" dirty="0"/>
              <a:t>, muestra el total normal.</a:t>
            </a:r>
          </a:p>
        </p:txBody>
      </p:sp>
    </p:spTree>
    <p:extLst>
      <p:ext uri="{BB962C8B-B14F-4D97-AF65-F5344CB8AC3E}">
        <p14:creationId xmlns:p14="http://schemas.microsoft.com/office/powerpoint/2010/main" val="83002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4F978-C9AA-24AE-D859-48E69090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4B3F15-A7EB-33E0-7A9D-C0B83CAB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987081"/>
            <a:ext cx="10691265" cy="3739896"/>
          </a:xfrm>
        </p:spPr>
        <p:txBody>
          <a:bodyPr/>
          <a:lstStyle/>
          <a:p>
            <a:r>
              <a:rPr lang="es-ES" b="1" dirty="0"/>
              <a:t>El Restaurante </a:t>
            </a:r>
          </a:p>
          <a:p>
            <a:r>
              <a:rPr lang="es-ES" b="1" dirty="0"/>
              <a:t>Escenario:</a:t>
            </a:r>
            <a:r>
              <a:rPr lang="es-ES" dirty="0"/>
              <a:t> Elegir un plato y luego personalizarlo. Aquí es donde combinamos las dos herramientas.</a:t>
            </a:r>
          </a:p>
          <a:p>
            <a:r>
              <a:rPr lang="es-ES" b="1" dirty="0"/>
              <a:t>Reto:</a:t>
            </a:r>
            <a:r>
              <a:rPr lang="es-ES" dirty="0"/>
              <a:t> Primero, el usuario elige una categoría: </a:t>
            </a:r>
            <a:r>
              <a:rPr lang="es-ES" b="1" dirty="0"/>
              <a:t>Pizza</a:t>
            </a:r>
            <a:r>
              <a:rPr lang="es-ES" dirty="0"/>
              <a:t>, </a:t>
            </a:r>
            <a:r>
              <a:rPr lang="es-ES" b="1" dirty="0"/>
              <a:t>Hamburguesa</a:t>
            </a:r>
            <a:r>
              <a:rPr lang="es-ES" dirty="0"/>
              <a:t> o </a:t>
            </a:r>
            <a:r>
              <a:rPr lang="es-ES" b="1" dirty="0"/>
              <a:t>Ensalada</a:t>
            </a:r>
            <a:endParaRPr lang="es-ES" dirty="0"/>
          </a:p>
          <a:p>
            <a:r>
              <a:rPr lang="es-ES" b="1" dirty="0"/>
              <a:t>Reglas:</a:t>
            </a:r>
            <a:endParaRPr lang="es-ES" dirty="0"/>
          </a:p>
          <a:p>
            <a:pPr lvl="1"/>
            <a:r>
              <a:rPr lang="es-ES" b="1" dirty="0"/>
              <a:t>Si elige Pizza:</a:t>
            </a:r>
            <a:r>
              <a:rPr lang="es-ES" dirty="0"/>
              <a:t> Preguntar si quiere "Familiar" o "Individual" </a:t>
            </a:r>
          </a:p>
          <a:p>
            <a:pPr lvl="1"/>
            <a:r>
              <a:rPr lang="es-ES" b="1" dirty="0"/>
              <a:t>Si elige Hamburguesa:</a:t>
            </a:r>
            <a:r>
              <a:rPr lang="es-ES" dirty="0"/>
              <a:t> Preguntar si quiere "Con Queso" o "Sin Queso"</a:t>
            </a:r>
          </a:p>
          <a:p>
            <a:pPr lvl="1"/>
            <a:r>
              <a:rPr lang="es-ES" b="1" dirty="0"/>
              <a:t>Si elige Ensalada:</a:t>
            </a:r>
            <a:r>
              <a:rPr lang="es-ES" dirty="0"/>
              <a:t> Simplemente decir "Preparando ensalada fresca".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4356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BE84-18CC-A1A7-3713-F78EFD5C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B8FA539-2383-D9B3-CF44-6A7623BB2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3" y="1268347"/>
            <a:ext cx="5906324" cy="341995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87A136-C273-59B6-C5D9-5A6726D6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41" y="1265990"/>
            <a:ext cx="6134956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9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F7FACD1-CABE-B890-E8A3-FBB91E1EC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81" y="1662079"/>
            <a:ext cx="5177893" cy="208124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E3591D-2163-2BB5-A010-100B8B7F0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245" y="1662079"/>
            <a:ext cx="6094484" cy="20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3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0E8F30-6057-7969-11B0-FB35A79F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68" y="1894778"/>
            <a:ext cx="8244864" cy="290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66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5267AE-6B5E-097E-59AA-DE041854D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939" y="817948"/>
            <a:ext cx="11840061" cy="2071171"/>
          </a:xfrm>
        </p:spPr>
        <p:txBody>
          <a:bodyPr>
            <a:normAutofit/>
          </a:bodyPr>
          <a:lstStyle/>
          <a:p>
            <a:r>
              <a:rPr lang="es-ES" b="1" dirty="0"/>
              <a:t>El </a:t>
            </a:r>
            <a:r>
              <a:rPr lang="es-ES" b="1" dirty="0" err="1"/>
              <a:t>if-else</a:t>
            </a:r>
            <a:r>
              <a:rPr lang="es-ES" b="1" dirty="0"/>
              <a:t> es el rey de los rangos y comparaciones lógicas, </a:t>
            </a:r>
          </a:p>
          <a:p>
            <a:r>
              <a:rPr lang="es-ES" b="1" dirty="0"/>
              <a:t>mientras que el switch-case es el especialista en elegir entre opciones exactas y etiquetas fijas.</a:t>
            </a:r>
            <a:endParaRPr lang="es-ES" dirty="0"/>
          </a:p>
          <a:p>
            <a:r>
              <a:rPr lang="es-ES" b="1" dirty="0" err="1"/>
              <a:t>if-else</a:t>
            </a:r>
            <a:r>
              <a:rPr lang="es-ES" b="1" dirty="0"/>
              <a:t>:</a:t>
            </a:r>
            <a:r>
              <a:rPr lang="es-ES" dirty="0"/>
              <a:t> Es como un </a:t>
            </a:r>
            <a:r>
              <a:rPr lang="es-ES" b="1" dirty="0"/>
              <a:t>termómetro</a:t>
            </a:r>
            <a:r>
              <a:rPr lang="es-ES" dirty="0"/>
              <a:t> (decide según si la temperatura sube o baja de ciertos grados).</a:t>
            </a:r>
          </a:p>
          <a:p>
            <a:r>
              <a:rPr lang="es-ES" b="1" dirty="0"/>
              <a:t>switch-case:</a:t>
            </a:r>
            <a:r>
              <a:rPr lang="es-ES" dirty="0"/>
              <a:t> Es como un </a:t>
            </a:r>
            <a:r>
              <a:rPr lang="es-ES" b="1" dirty="0"/>
              <a:t>control remoto</a:t>
            </a:r>
            <a:r>
              <a:rPr lang="es-ES" dirty="0"/>
              <a:t> (cada botón tiene un canal específico asignado).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C732236-61FF-6646-6EA2-A032D509FF28}"/>
              </a:ext>
            </a:extLst>
          </p:cNvPr>
          <p:cNvSpPr txBox="1"/>
          <p:nvPr/>
        </p:nvSpPr>
        <p:spPr>
          <a:xfrm>
            <a:off x="848412" y="2900731"/>
            <a:ext cx="111896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Diferencia Visual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Usa el IF-ELSE cuando tengas que "Medir":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Si la temperatura es </a:t>
            </a:r>
            <a:r>
              <a:rPr lang="es-ES" b="1" dirty="0"/>
              <a:t>mayor a</a:t>
            </a:r>
            <a:r>
              <a:rPr lang="es-ES" dirty="0"/>
              <a:t> 30°.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Si la edad está </a:t>
            </a:r>
            <a:r>
              <a:rPr lang="es-ES" b="1" dirty="0"/>
              <a:t>entre</a:t>
            </a:r>
            <a:r>
              <a:rPr lang="es-ES" dirty="0"/>
              <a:t> 15 y 18 años.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Si el usuario </a:t>
            </a:r>
            <a:r>
              <a:rPr lang="es-ES" b="1" dirty="0"/>
              <a:t>y</a:t>
            </a:r>
            <a:r>
              <a:rPr lang="es-ES" dirty="0"/>
              <a:t> la contraseña son correctos al mismo tiempo.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i="1" dirty="0"/>
              <a:t>Es un juez que analiza situaciones.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Usa el SWITCH (Match-Case) cuando tengas que "Elegir":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Si el usuario presionó la tecla </a:t>
            </a:r>
            <a:r>
              <a:rPr lang="es-ES" b="1" dirty="0"/>
              <a:t>"A"</a:t>
            </a:r>
            <a:r>
              <a:rPr lang="es-E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Si el color elegido es </a:t>
            </a:r>
            <a:r>
              <a:rPr lang="es-ES" b="1" dirty="0"/>
              <a:t>"Rojo"</a:t>
            </a:r>
            <a:r>
              <a:rPr lang="es-E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Si en el menú marcó la opción </a:t>
            </a:r>
            <a:r>
              <a:rPr lang="es-ES" b="1" dirty="0"/>
              <a:t>3</a:t>
            </a:r>
            <a:r>
              <a:rPr lang="es-E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i="1" dirty="0"/>
              <a:t>Es un clasificador que busca etiquetas exactas.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4061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9017B9-8881-F8C6-65C9-06C6CE2C7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911666"/>
            <a:ext cx="10691265" cy="1115097"/>
          </a:xfrm>
        </p:spPr>
        <p:txBody>
          <a:bodyPr/>
          <a:lstStyle/>
          <a:p>
            <a:r>
              <a:rPr lang="es-ES" dirty="0"/>
              <a:t>"Si en tu pregunta usas las palabras </a:t>
            </a:r>
            <a:r>
              <a:rPr lang="es-ES" b="1" dirty="0"/>
              <a:t>'Mayor que'</a:t>
            </a:r>
            <a:r>
              <a:rPr lang="es-ES" dirty="0"/>
              <a:t>, </a:t>
            </a:r>
            <a:r>
              <a:rPr lang="es-ES" b="1" dirty="0"/>
              <a:t>'Menor que'</a:t>
            </a:r>
            <a:r>
              <a:rPr lang="es-ES" dirty="0"/>
              <a:t> o </a:t>
            </a:r>
            <a:r>
              <a:rPr lang="es-ES" b="1" dirty="0"/>
              <a:t>'Rango'</a:t>
            </a:r>
            <a:r>
              <a:rPr lang="es-ES" dirty="0"/>
              <a:t>, usa un </a:t>
            </a:r>
            <a:r>
              <a:rPr lang="es-ES" b="1" dirty="0"/>
              <a:t>IF</a:t>
            </a:r>
            <a:r>
              <a:rPr lang="es-ES" dirty="0"/>
              <a:t>. “</a:t>
            </a:r>
          </a:p>
          <a:p>
            <a:r>
              <a:rPr lang="es-ES" dirty="0"/>
              <a:t>“Si tu pregunta es </a:t>
            </a:r>
            <a:r>
              <a:rPr lang="es-ES" b="1" dirty="0"/>
              <a:t>'¿Es igual a esto?'</a:t>
            </a:r>
            <a:r>
              <a:rPr lang="es-ES" dirty="0"/>
              <a:t>, usa un </a:t>
            </a:r>
            <a:r>
              <a:rPr lang="es-ES" b="1" dirty="0"/>
              <a:t>SWITCH</a:t>
            </a:r>
            <a:r>
              <a:rPr lang="es-ES" dirty="0"/>
              <a:t>".</a:t>
            </a:r>
            <a:endParaRPr lang="es-CL" dirty="0"/>
          </a:p>
        </p:txBody>
      </p:sp>
      <p:pic>
        <p:nvPicPr>
          <p:cNvPr id="2050" name="Picture 2" descr="Funny design of artificial intelligence, machine learning with if  statements&quot; Sticker by omolog | Redbubble">
            <a:extLst>
              <a:ext uri="{FF2B5EF4-FFF2-40B4-BE49-F238E27FC236}">
                <a16:creationId xmlns:a16="http://schemas.microsoft.com/office/drawing/2014/main" id="{974AC6DF-746C-02D7-96EE-6F7A0B309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122" y="2026763"/>
            <a:ext cx="2169540" cy="289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3 Diagrama de flujo de la sentencia if-else-if | Download Scientific Diagram">
            <a:extLst>
              <a:ext uri="{FF2B5EF4-FFF2-40B4-BE49-F238E27FC236}">
                <a16:creationId xmlns:a16="http://schemas.microsoft.com/office/drawing/2014/main" id="{6C780286-6F66-7A11-BB92-55CAAFAC3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364" y="1831402"/>
            <a:ext cx="6098475" cy="423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77635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F5E72EF5AFE40B8C13C9FDDBBDDC4" ma:contentTypeVersion="9" ma:contentTypeDescription="Create a new document." ma:contentTypeScope="" ma:versionID="9dc1cbe20f852d820ab786f0ec5a69d2">
  <xsd:schema xmlns:xsd="http://www.w3.org/2001/XMLSchema" xmlns:xs="http://www.w3.org/2001/XMLSchema" xmlns:p="http://schemas.microsoft.com/office/2006/metadata/properties" xmlns:ns3="bd101d8b-ff64-4076-b8ae-32b73fdb90d4" targetNamespace="http://schemas.microsoft.com/office/2006/metadata/properties" ma:root="true" ma:fieldsID="b16ad62e8496978780fcf3575a9b9b45" ns3:_="">
    <xsd:import namespace="bd101d8b-ff64-4076-b8ae-32b73fdb90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101d8b-ff64-4076-b8ae-32b73fdb90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101d8b-ff64-4076-b8ae-32b73fdb90d4" xsi:nil="true"/>
  </documentManagement>
</p:properties>
</file>

<file path=customXml/itemProps1.xml><?xml version="1.0" encoding="utf-8"?>
<ds:datastoreItem xmlns:ds="http://schemas.openxmlformats.org/officeDocument/2006/customXml" ds:itemID="{8C1DCD93-5F60-45E1-B312-B99BEB4D90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101d8b-ff64-4076-b8ae-32b73fdb90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D153F7-B724-42E6-8C88-EBC6F5638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C3B757-2F66-4585-8C69-87E275ACDA03}">
  <ds:schemaRefs>
    <ds:schemaRef ds:uri="bd101d8b-ff64-4076-b8ae-32b73fdb90d4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601</Words>
  <Application>Microsoft Office PowerPoint</Application>
  <PresentationFormat>Panorámica</PresentationFormat>
  <Paragraphs>52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Calisto MT</vt:lpstr>
      <vt:lpstr>Univers Condensed</vt:lpstr>
      <vt:lpstr>ChronicleVTI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2026-03-19T11:59:19Z</dcterms:created>
  <dcterms:modified xsi:type="dcterms:W3CDTF">2026-03-19T21:17:35Z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0x01010039DF5E72EF5AFE40B8C13C9FDDBBDDC4</vt:lpwstr>
  </property>
</Properties>
</file>