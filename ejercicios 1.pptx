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2F16B1-F1C3-4353-A02B-1C792C3C8B2B}" v="10" dt="2026-03-16T13:53:16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0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io Ignacio Carrasco Zura" userId="09ca5161-ce19-4477-8d22-a96f7256ff82" providerId="ADAL" clId="{132C4E11-4057-424F-BE3E-50ABFA3DA178}"/>
    <pc:docChg chg="undo custSel modSld">
      <pc:chgData name="Patricio Ignacio Carrasco Zura" userId="09ca5161-ce19-4477-8d22-a96f7256ff82" providerId="ADAL" clId="{132C4E11-4057-424F-BE3E-50ABFA3DA178}" dt="2026-03-16T13:53:41.264" v="367" actId="113"/>
      <pc:docMkLst>
        <pc:docMk/>
      </pc:docMkLst>
      <pc:sldChg chg="addSp delSp modSp mod">
        <pc:chgData name="Patricio Ignacio Carrasco Zura" userId="09ca5161-ce19-4477-8d22-a96f7256ff82" providerId="ADAL" clId="{132C4E11-4057-424F-BE3E-50ABFA3DA178}" dt="2026-03-16T13:53:41.264" v="367" actId="113"/>
        <pc:sldMkLst>
          <pc:docMk/>
          <pc:sldMk cId="2406273178" sldId="256"/>
        </pc:sldMkLst>
        <pc:spChg chg="mod">
          <ac:chgData name="Patricio Ignacio Carrasco Zura" userId="09ca5161-ce19-4477-8d22-a96f7256ff82" providerId="ADAL" clId="{132C4E11-4057-424F-BE3E-50ABFA3DA178}" dt="2026-03-16T13:41:34.999" v="20" actId="1076"/>
          <ac:spMkLst>
            <pc:docMk/>
            <pc:sldMk cId="2406273178" sldId="256"/>
            <ac:spMk id="2" creationId="{00000000-0000-0000-0000-000000000000}"/>
          </ac:spMkLst>
        </pc:spChg>
        <pc:spChg chg="del mod">
          <ac:chgData name="Patricio Ignacio Carrasco Zura" userId="09ca5161-ce19-4477-8d22-a96f7256ff82" providerId="ADAL" clId="{132C4E11-4057-424F-BE3E-50ABFA3DA178}" dt="2026-03-16T13:41:27.433" v="7" actId="478"/>
          <ac:spMkLst>
            <pc:docMk/>
            <pc:sldMk cId="2406273178" sldId="256"/>
            <ac:spMk id="3" creationId="{00000000-0000-0000-0000-000000000000}"/>
          </ac:spMkLst>
        </pc:spChg>
        <pc:spChg chg="add del mod">
          <ac:chgData name="Patricio Ignacio Carrasco Zura" userId="09ca5161-ce19-4477-8d22-a96f7256ff82" providerId="ADAL" clId="{132C4E11-4057-424F-BE3E-50ABFA3DA178}" dt="2026-03-16T13:53:31.102" v="364" actId="478"/>
          <ac:spMkLst>
            <pc:docMk/>
            <pc:sldMk cId="2406273178" sldId="256"/>
            <ac:spMk id="4" creationId="{A251C153-4183-DB22-760E-0C6F8CF0198C}"/>
          </ac:spMkLst>
        </pc:spChg>
        <pc:spChg chg="add del mod">
          <ac:chgData name="Patricio Ignacio Carrasco Zura" userId="09ca5161-ce19-4477-8d22-a96f7256ff82" providerId="ADAL" clId="{132C4E11-4057-424F-BE3E-50ABFA3DA178}" dt="2026-03-16T13:41:36.683" v="21" actId="478"/>
          <ac:spMkLst>
            <pc:docMk/>
            <pc:sldMk cId="2406273178" sldId="256"/>
            <ac:spMk id="5" creationId="{532ACD0C-851F-BBF5-3412-742E6EEF59C3}"/>
          </ac:spMkLst>
        </pc:spChg>
        <pc:spChg chg="add mod">
          <ac:chgData name="Patricio Ignacio Carrasco Zura" userId="09ca5161-ce19-4477-8d22-a96f7256ff82" providerId="ADAL" clId="{132C4E11-4057-424F-BE3E-50ABFA3DA178}" dt="2026-03-16T13:53:41.264" v="367" actId="113"/>
          <ac:spMkLst>
            <pc:docMk/>
            <pc:sldMk cId="2406273178" sldId="256"/>
            <ac:spMk id="5" creationId="{7BB0BAF5-40E8-85F5-C527-7229238CAFB0}"/>
          </ac:spMkLst>
        </pc:spChg>
        <pc:spChg chg="add mod">
          <ac:chgData name="Patricio Ignacio Carrasco Zura" userId="09ca5161-ce19-4477-8d22-a96f7256ff82" providerId="ADAL" clId="{132C4E11-4057-424F-BE3E-50ABFA3DA178}" dt="2026-03-16T13:42:04.576" v="31" actId="113"/>
          <ac:spMkLst>
            <pc:docMk/>
            <pc:sldMk cId="2406273178" sldId="256"/>
            <ac:spMk id="7" creationId="{0FAA2375-CC50-2C86-2186-71AC13D6C253}"/>
          </ac:spMkLst>
        </pc:spChg>
        <pc:spChg chg="add mod">
          <ac:chgData name="Patricio Ignacio Carrasco Zura" userId="09ca5161-ce19-4477-8d22-a96f7256ff82" providerId="ADAL" clId="{132C4E11-4057-424F-BE3E-50ABFA3DA178}" dt="2026-03-16T13:43:43.276" v="36" actId="113"/>
          <ac:spMkLst>
            <pc:docMk/>
            <pc:sldMk cId="2406273178" sldId="256"/>
            <ac:spMk id="9" creationId="{0553C85E-A938-AAA6-6564-6C5E69F06C2C}"/>
          </ac:spMkLst>
        </pc:spChg>
        <pc:spChg chg="add del mod">
          <ac:chgData name="Patricio Ignacio Carrasco Zura" userId="09ca5161-ce19-4477-8d22-a96f7256ff82" providerId="ADAL" clId="{132C4E11-4057-424F-BE3E-50ABFA3DA178}" dt="2026-03-16T13:45:47.343" v="188" actId="20577"/>
          <ac:spMkLst>
            <pc:docMk/>
            <pc:sldMk cId="2406273178" sldId="256"/>
            <ac:spMk id="11" creationId="{45724D73-46E5-4360-A20E-59F4BB9BA6F4}"/>
          </ac:spMkLst>
        </pc:spChg>
        <pc:spChg chg="add del mod">
          <ac:chgData name="Patricio Ignacio Carrasco Zura" userId="09ca5161-ce19-4477-8d22-a96f7256ff82" providerId="ADAL" clId="{132C4E11-4057-424F-BE3E-50ABFA3DA178}" dt="2026-03-16T13:47:27.082" v="238"/>
          <ac:spMkLst>
            <pc:docMk/>
            <pc:sldMk cId="2406273178" sldId="256"/>
            <ac:spMk id="12" creationId="{D77FD982-48EF-B1A6-E714-4EF2D06F6865}"/>
          </ac:spMkLst>
        </pc:spChg>
        <pc:spChg chg="add">
          <ac:chgData name="Patricio Ignacio Carrasco Zura" userId="09ca5161-ce19-4477-8d22-a96f7256ff82" providerId="ADAL" clId="{132C4E11-4057-424F-BE3E-50ABFA3DA178}" dt="2026-03-16T13:47:22.030" v="233"/>
          <ac:spMkLst>
            <pc:docMk/>
            <pc:sldMk cId="2406273178" sldId="256"/>
            <ac:spMk id="13" creationId="{9ED6BE6E-2A37-7771-4CA4-197733739E79}"/>
          </ac:spMkLst>
        </pc:spChg>
        <pc:spChg chg="add mod">
          <ac:chgData name="Patricio Ignacio Carrasco Zura" userId="09ca5161-ce19-4477-8d22-a96f7256ff82" providerId="ADAL" clId="{132C4E11-4057-424F-BE3E-50ABFA3DA178}" dt="2026-03-16T13:47:24.387" v="235"/>
          <ac:spMkLst>
            <pc:docMk/>
            <pc:sldMk cId="2406273178" sldId="256"/>
            <ac:spMk id="14" creationId="{2C0F092D-0286-2B77-65C1-78EC65A41EF0}"/>
          </ac:spMkLst>
        </pc:spChg>
        <pc:spChg chg="add">
          <ac:chgData name="Patricio Ignacio Carrasco Zura" userId="09ca5161-ce19-4477-8d22-a96f7256ff82" providerId="ADAL" clId="{132C4E11-4057-424F-BE3E-50ABFA3DA178}" dt="2026-03-16T13:47:25.590" v="236"/>
          <ac:spMkLst>
            <pc:docMk/>
            <pc:sldMk cId="2406273178" sldId="256"/>
            <ac:spMk id="15" creationId="{877DCC18-A8C8-33E0-CD3D-264192EEB3A0}"/>
          </ac:spMkLst>
        </pc:spChg>
        <pc:spChg chg="add">
          <ac:chgData name="Patricio Ignacio Carrasco Zura" userId="09ca5161-ce19-4477-8d22-a96f7256ff82" providerId="ADAL" clId="{132C4E11-4057-424F-BE3E-50ABFA3DA178}" dt="2026-03-16T13:47:27.877" v="239"/>
          <ac:spMkLst>
            <pc:docMk/>
            <pc:sldMk cId="2406273178" sldId="256"/>
            <ac:spMk id="16" creationId="{1E83AC44-81E1-30DB-503A-387A484AA0EA}"/>
          </ac:spMkLst>
        </pc:spChg>
        <pc:spChg chg="add mod">
          <ac:chgData name="Patricio Ignacio Carrasco Zura" userId="09ca5161-ce19-4477-8d22-a96f7256ff82" providerId="ADAL" clId="{132C4E11-4057-424F-BE3E-50ABFA3DA178}" dt="2026-03-16T13:48:28.349" v="250" actId="1076"/>
          <ac:spMkLst>
            <pc:docMk/>
            <pc:sldMk cId="2406273178" sldId="256"/>
            <ac:spMk id="18" creationId="{4FBFA2F2-0244-F08C-B83E-72A6A18576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99713" y="474293"/>
            <a:ext cx="8951650" cy="635416"/>
          </a:xfrm>
        </p:spPr>
        <p:txBody>
          <a:bodyPr>
            <a:normAutofit fontScale="90000"/>
          </a:bodyPr>
          <a:lstStyle/>
          <a:p>
            <a:r>
              <a:rPr lang="es-ES" dirty="0"/>
              <a:t>ejercicios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AA2375-CC50-2C86-2186-71AC13D6C253}"/>
              </a:ext>
            </a:extLst>
          </p:cNvPr>
          <p:cNvSpPr txBox="1"/>
          <p:nvPr/>
        </p:nvSpPr>
        <p:spPr>
          <a:xfrm>
            <a:off x="508245" y="1109709"/>
            <a:ext cx="11254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0" dirty="0">
                <a:effectLst/>
                <a:latin typeface="Abadi ExtraLight" panose="020B0204020104020204" pitchFamily="34" charset="0"/>
              </a:rPr>
              <a:t>Si un alumno ejecuta el siguiente código: nombre = input('¿Tu nombre?').</a:t>
            </a:r>
            <a:r>
              <a:rPr lang="es-ES" b="1" i="0" dirty="0" err="1">
                <a:effectLst/>
                <a:latin typeface="Abadi ExtraLight" panose="020B0204020104020204" pitchFamily="34" charset="0"/>
              </a:rPr>
              <a:t>upper</a:t>
            </a:r>
            <a:r>
              <a:rPr lang="es-ES" b="1" i="0" dirty="0">
                <a:effectLst/>
                <a:latin typeface="Abadi ExtraLight" panose="020B0204020104020204" pitchFamily="34" charset="0"/>
              </a:rPr>
              <a:t>() y escribe 'juan’</a:t>
            </a:r>
          </a:p>
          <a:p>
            <a:r>
              <a:rPr lang="es-ES" b="1" i="0" dirty="0">
                <a:effectLst/>
                <a:latin typeface="Abadi ExtraLight" panose="020B0204020104020204" pitchFamily="34" charset="0"/>
              </a:rPr>
              <a:t>¿qué valor exacto se almacena en la variable?</a:t>
            </a:r>
            <a:endParaRPr lang="es-CL" b="1" dirty="0">
              <a:latin typeface="Abadi ExtraLight" panose="020B02040201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553C85E-A938-AAA6-6564-6C5E69F06C2C}"/>
              </a:ext>
            </a:extLst>
          </p:cNvPr>
          <p:cNvSpPr txBox="1"/>
          <p:nvPr/>
        </p:nvSpPr>
        <p:spPr>
          <a:xfrm>
            <a:off x="428347" y="2067576"/>
            <a:ext cx="10722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badi ExtraLight" panose="020B0204020104020204" pitchFamily="34" charset="0"/>
              </a:rPr>
              <a:t>Solicita al usuario su nombre, su apellido y su cargo técnico. El programa debe imprimir una "etiqueta" donde el nombre y apellido estén en mayúsculas, pero el cargo empiece con la primera letra en mayúscula (formato título).</a:t>
            </a:r>
            <a:endParaRPr lang="es-CL" b="1" dirty="0">
              <a:latin typeface="Abadi ExtraLight" panose="020B0204020104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724D73-46E5-4360-A20E-59F4BB9BA6F4}"/>
              </a:ext>
            </a:extLst>
          </p:cNvPr>
          <p:cNvSpPr txBox="1"/>
          <p:nvPr/>
        </p:nvSpPr>
        <p:spPr>
          <a:xfrm>
            <a:off x="508244" y="3025443"/>
            <a:ext cx="106421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badi ExtraLight" panose="020B0204020104020204" pitchFamily="34" charset="0"/>
              </a:rPr>
              <a:t>Pide al usuario el nombre de un producto, la cantidad que desea comprar y el precio unitario e imprime el precio total, paso 2, calcula el </a:t>
            </a:r>
            <a:r>
              <a:rPr lang="es-ES" b="1" dirty="0" err="1">
                <a:latin typeface="Abadi ExtraLight" panose="020B0204020104020204" pitchFamily="34" charset="0"/>
              </a:rPr>
              <a:t>iva</a:t>
            </a:r>
            <a:r>
              <a:rPr lang="es-ES" b="1" dirty="0">
                <a:latin typeface="Abadi ExtraLight" panose="020B0204020104020204" pitchFamily="34" charset="0"/>
              </a:rPr>
              <a:t> y también entrégale el valor del </a:t>
            </a:r>
            <a:r>
              <a:rPr lang="es-ES" b="1" dirty="0" err="1">
                <a:latin typeface="Abadi ExtraLight" panose="020B0204020104020204" pitchFamily="34" charset="0"/>
              </a:rPr>
              <a:t>iva</a:t>
            </a:r>
            <a:r>
              <a:rPr lang="es-ES" b="1" dirty="0">
                <a:latin typeface="Abadi ExtraLight" panose="020B0204020104020204" pitchFamily="34" charset="0"/>
              </a:rPr>
              <a:t> y el precio + </a:t>
            </a:r>
            <a:r>
              <a:rPr lang="es-ES" b="1" dirty="0" err="1">
                <a:latin typeface="Abadi ExtraLight" panose="020B0204020104020204" pitchFamily="34" charset="0"/>
              </a:rPr>
              <a:t>iva</a:t>
            </a:r>
            <a:r>
              <a:rPr lang="es-ES" b="1" dirty="0">
                <a:latin typeface="Abadi ExtraLight" panose="020B0204020104020204" pitchFamily="34" charset="0"/>
              </a:rPr>
              <a:t> </a:t>
            </a:r>
            <a:endParaRPr lang="es-CL" b="1" dirty="0">
              <a:latin typeface="Abadi ExtraLight" panose="020B0204020104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FBFA2F2-0244-F08C-B83E-72A6A1857649}"/>
              </a:ext>
            </a:extLst>
          </p:cNvPr>
          <p:cNvSpPr txBox="1"/>
          <p:nvPr/>
        </p:nvSpPr>
        <p:spPr>
          <a:xfrm>
            <a:off x="508244" y="4000196"/>
            <a:ext cx="10828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Abadi ExtraLight" panose="020B0204020104020204" pitchFamily="34" charset="0"/>
              </a:rPr>
              <a:t>El Reto: Pedir la temperatura en Celsius y mostrarla en Fahrenheit.</a:t>
            </a:r>
          </a:p>
          <a:p>
            <a:r>
              <a:rPr lang="es-CL" b="1" dirty="0">
                <a:latin typeface="Abadi ExtraLight" panose="020B0204020104020204" pitchFamily="34" charset="0"/>
              </a:rPr>
              <a:t>La Fórmula: $F = (C *1.8) + 32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B0BAF5-40E8-85F5-C527-7229238CAFB0}"/>
              </a:ext>
            </a:extLst>
          </p:cNvPr>
          <p:cNvSpPr txBox="1"/>
          <p:nvPr/>
        </p:nvSpPr>
        <p:spPr>
          <a:xfrm>
            <a:off x="508244" y="4958063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Abadi ExtraLight" panose="020B0204020104020204" pitchFamily="34" charset="0"/>
              </a:rPr>
              <a:t>Pídele al usuario la cantidad de notas que tiene y que porcentaje vale cada una y saca su promedio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163</Words>
  <Application>Microsoft Office PowerPoint</Application>
  <PresentationFormat>Panorámica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Abadi ExtraLight</vt:lpstr>
      <vt:lpstr>Aptos</vt:lpstr>
      <vt:lpstr>Aptos Display</vt:lpstr>
      <vt:lpstr>Arial</vt:lpstr>
      <vt:lpstr>Tema de Office</vt:lpstr>
      <vt:lpstr>ejercicios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Patricio Ignacio Carrasco Zura</cp:lastModifiedBy>
  <cp:revision>1</cp:revision>
  <dcterms:created xsi:type="dcterms:W3CDTF">2026-03-16T12:41:39Z</dcterms:created>
  <dcterms:modified xsi:type="dcterms:W3CDTF">2026-03-16T13:53:43Z</dcterms:modified>
</cp:coreProperties>
</file>