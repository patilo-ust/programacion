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CEEFD-F3AC-4127-8983-53825CFAED64}" v="45" dt="2026-03-16T13:37:06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o Ignacio Carrasco Zura" userId="09ca5161-ce19-4477-8d22-a96f7256ff82" providerId="ADAL" clId="{132C4E11-4057-424F-BE3E-50ABFA3DA178}"/>
    <pc:docChg chg="undo custSel addSld modSld sldOrd">
      <pc:chgData name="Patricio Ignacio Carrasco Zura" userId="09ca5161-ce19-4477-8d22-a96f7256ff82" providerId="ADAL" clId="{132C4E11-4057-424F-BE3E-50ABFA3DA178}" dt="2026-03-16T13:39:30.922" v="2706" actId="113"/>
      <pc:docMkLst>
        <pc:docMk/>
      </pc:docMkLst>
      <pc:sldChg chg="modSp mod">
        <pc:chgData name="Patricio Ignacio Carrasco Zura" userId="09ca5161-ce19-4477-8d22-a96f7256ff82" providerId="ADAL" clId="{132C4E11-4057-424F-BE3E-50ABFA3DA178}" dt="2026-03-16T12:53:28.063" v="101" actId="207"/>
        <pc:sldMkLst>
          <pc:docMk/>
          <pc:sldMk cId="2406273178" sldId="256"/>
        </pc:sldMkLst>
        <pc:spChg chg="mod">
          <ac:chgData name="Patricio Ignacio Carrasco Zura" userId="09ca5161-ce19-4477-8d22-a96f7256ff82" providerId="ADAL" clId="{132C4E11-4057-424F-BE3E-50ABFA3DA178}" dt="2026-03-16T12:52:39.585" v="23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Patricio Ignacio Carrasco Zura" userId="09ca5161-ce19-4477-8d22-a96f7256ff82" providerId="ADAL" clId="{132C4E11-4057-424F-BE3E-50ABFA3DA178}" dt="2026-03-16T12:53:28.063" v="101" actId="207"/>
          <ac:spMkLst>
            <pc:docMk/>
            <pc:sldMk cId="2406273178" sldId="256"/>
            <ac:spMk id="3" creationId="{00000000-0000-0000-0000-000000000000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6T12:56:30.004" v="516" actId="20577"/>
        <pc:sldMkLst>
          <pc:docMk/>
          <pc:sldMk cId="2699954893" sldId="257"/>
        </pc:sldMkLst>
        <pc:spChg chg="del">
          <ac:chgData name="Patricio Ignacio Carrasco Zura" userId="09ca5161-ce19-4477-8d22-a96f7256ff82" providerId="ADAL" clId="{132C4E11-4057-424F-BE3E-50ABFA3DA178}" dt="2026-03-16T12:54:06.866" v="172" actId="478"/>
          <ac:spMkLst>
            <pc:docMk/>
            <pc:sldMk cId="2699954893" sldId="257"/>
            <ac:spMk id="2" creationId="{93DED9E0-F685-C340-DA2B-AFAC6D437624}"/>
          </ac:spMkLst>
        </pc:spChg>
        <pc:spChg chg="mod">
          <ac:chgData name="Patricio Ignacio Carrasco Zura" userId="09ca5161-ce19-4477-8d22-a96f7256ff82" providerId="ADAL" clId="{132C4E11-4057-424F-BE3E-50ABFA3DA178}" dt="2026-03-16T12:54:18.189" v="176" actId="113"/>
          <ac:spMkLst>
            <pc:docMk/>
            <pc:sldMk cId="2699954893" sldId="257"/>
            <ac:spMk id="3" creationId="{E32355CF-779D-A213-EC9C-5FEDCDBDFADE}"/>
          </ac:spMkLst>
        </pc:spChg>
        <pc:spChg chg="add mod">
          <ac:chgData name="Patricio Ignacio Carrasco Zura" userId="09ca5161-ce19-4477-8d22-a96f7256ff82" providerId="ADAL" clId="{132C4E11-4057-424F-BE3E-50ABFA3DA178}" dt="2026-03-16T12:56:30.004" v="516" actId="20577"/>
          <ac:spMkLst>
            <pc:docMk/>
            <pc:sldMk cId="2699954893" sldId="257"/>
            <ac:spMk id="4" creationId="{439DA369-47EA-0330-8503-3F64BEA60376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6T13:08:11.028" v="1027" actId="1076"/>
        <pc:sldMkLst>
          <pc:docMk/>
          <pc:sldMk cId="662234663" sldId="258"/>
        </pc:sldMkLst>
        <pc:spChg chg="del">
          <ac:chgData name="Patricio Ignacio Carrasco Zura" userId="09ca5161-ce19-4477-8d22-a96f7256ff82" providerId="ADAL" clId="{132C4E11-4057-424F-BE3E-50ABFA3DA178}" dt="2026-03-16T12:58:29.278" v="520" actId="478"/>
          <ac:spMkLst>
            <pc:docMk/>
            <pc:sldMk cId="662234663" sldId="258"/>
            <ac:spMk id="2" creationId="{F8865B66-75CD-ACAC-3417-F8AA40BE1CF1}"/>
          </ac:spMkLst>
        </pc:spChg>
        <pc:spChg chg="del">
          <ac:chgData name="Patricio Ignacio Carrasco Zura" userId="09ca5161-ce19-4477-8d22-a96f7256ff82" providerId="ADAL" clId="{132C4E11-4057-424F-BE3E-50ABFA3DA178}" dt="2026-03-16T12:58:26.091" v="519" actId="478"/>
          <ac:spMkLst>
            <pc:docMk/>
            <pc:sldMk cId="662234663" sldId="258"/>
            <ac:spMk id="3" creationId="{D0539B5D-C308-BFFF-D729-2DCCB243584F}"/>
          </ac:spMkLst>
        </pc:spChg>
        <pc:spChg chg="add mod">
          <ac:chgData name="Patricio Ignacio Carrasco Zura" userId="09ca5161-ce19-4477-8d22-a96f7256ff82" providerId="ADAL" clId="{132C4E11-4057-424F-BE3E-50ABFA3DA178}" dt="2026-03-16T12:58:36.857" v="522" actId="1076"/>
          <ac:spMkLst>
            <pc:docMk/>
            <pc:sldMk cId="662234663" sldId="258"/>
            <ac:spMk id="5" creationId="{A5541298-60DD-1D43-BBF2-E38608F73930}"/>
          </ac:spMkLst>
        </pc:spChg>
        <pc:spChg chg="add mod">
          <ac:chgData name="Patricio Ignacio Carrasco Zura" userId="09ca5161-ce19-4477-8d22-a96f7256ff82" providerId="ADAL" clId="{132C4E11-4057-424F-BE3E-50ABFA3DA178}" dt="2026-03-16T13:07:59.173" v="1023" actId="1076"/>
          <ac:spMkLst>
            <pc:docMk/>
            <pc:sldMk cId="662234663" sldId="258"/>
            <ac:spMk id="6" creationId="{351F44D7-138A-E7BC-3262-A34807FD5EE7}"/>
          </ac:spMkLst>
        </pc:spChg>
        <pc:spChg chg="add mod">
          <ac:chgData name="Patricio Ignacio Carrasco Zura" userId="09ca5161-ce19-4477-8d22-a96f7256ff82" providerId="ADAL" clId="{132C4E11-4057-424F-BE3E-50ABFA3DA178}" dt="2026-03-16T13:08:01.987" v="1024" actId="1076"/>
          <ac:spMkLst>
            <pc:docMk/>
            <pc:sldMk cId="662234663" sldId="258"/>
            <ac:spMk id="11" creationId="{91A94163-DE47-48CC-0F60-7428368B3A6D}"/>
          </ac:spMkLst>
        </pc:spChg>
        <pc:spChg chg="add mod">
          <ac:chgData name="Patricio Ignacio Carrasco Zura" userId="09ca5161-ce19-4477-8d22-a96f7256ff82" providerId="ADAL" clId="{132C4E11-4057-424F-BE3E-50ABFA3DA178}" dt="2026-03-16T13:08:04.873" v="1025" actId="1076"/>
          <ac:spMkLst>
            <pc:docMk/>
            <pc:sldMk cId="662234663" sldId="258"/>
            <ac:spMk id="12" creationId="{DA01602A-BBE5-C399-BA81-2D44D65D01FB}"/>
          </ac:spMkLst>
        </pc:spChg>
        <pc:spChg chg="add mod">
          <ac:chgData name="Patricio Ignacio Carrasco Zura" userId="09ca5161-ce19-4477-8d22-a96f7256ff82" providerId="ADAL" clId="{132C4E11-4057-424F-BE3E-50ABFA3DA178}" dt="2026-03-16T13:08:08.442" v="1026" actId="1076"/>
          <ac:spMkLst>
            <pc:docMk/>
            <pc:sldMk cId="662234663" sldId="258"/>
            <ac:spMk id="13" creationId="{B53ABE11-C762-EFE0-061F-8F0E5510A55D}"/>
          </ac:spMkLst>
        </pc:spChg>
        <pc:spChg chg="add mod">
          <ac:chgData name="Patricio Ignacio Carrasco Zura" userId="09ca5161-ce19-4477-8d22-a96f7256ff82" providerId="ADAL" clId="{132C4E11-4057-424F-BE3E-50ABFA3DA178}" dt="2026-03-16T13:08:11.028" v="1027" actId="1076"/>
          <ac:spMkLst>
            <pc:docMk/>
            <pc:sldMk cId="662234663" sldId="258"/>
            <ac:spMk id="14" creationId="{64A299FF-D0A0-F827-AE65-3B312461B8FB}"/>
          </ac:spMkLst>
        </pc:spChg>
        <pc:spChg chg="add mod">
          <ac:chgData name="Patricio Ignacio Carrasco Zura" userId="09ca5161-ce19-4477-8d22-a96f7256ff82" providerId="ADAL" clId="{132C4E11-4057-424F-BE3E-50ABFA3DA178}" dt="2026-03-16T13:07:38.920" v="1018" actId="1076"/>
          <ac:spMkLst>
            <pc:docMk/>
            <pc:sldMk cId="662234663" sldId="258"/>
            <ac:spMk id="15" creationId="{C58E7360-C4DE-4222-7E06-BA256317C550}"/>
          </ac:spMkLst>
        </pc:spChg>
        <pc:spChg chg="add mod">
          <ac:chgData name="Patricio Ignacio Carrasco Zura" userId="09ca5161-ce19-4477-8d22-a96f7256ff82" providerId="ADAL" clId="{132C4E11-4057-424F-BE3E-50ABFA3DA178}" dt="2026-03-16T13:07:41.887" v="1019" actId="1076"/>
          <ac:spMkLst>
            <pc:docMk/>
            <pc:sldMk cId="662234663" sldId="258"/>
            <ac:spMk id="16" creationId="{BEAE0D91-AC56-4DF9-31BF-DA50A5B50DFE}"/>
          </ac:spMkLst>
        </pc:spChg>
        <pc:spChg chg="add mod">
          <ac:chgData name="Patricio Ignacio Carrasco Zura" userId="09ca5161-ce19-4477-8d22-a96f7256ff82" providerId="ADAL" clId="{132C4E11-4057-424F-BE3E-50ABFA3DA178}" dt="2026-03-16T13:07:46.062" v="1021" actId="1076"/>
          <ac:spMkLst>
            <pc:docMk/>
            <pc:sldMk cId="662234663" sldId="258"/>
            <ac:spMk id="17" creationId="{09D7F904-025E-13A6-24FF-D8D6E6987534}"/>
          </ac:spMkLst>
        </pc:spChg>
        <pc:spChg chg="add mod">
          <ac:chgData name="Patricio Ignacio Carrasco Zura" userId="09ca5161-ce19-4477-8d22-a96f7256ff82" providerId="ADAL" clId="{132C4E11-4057-424F-BE3E-50ABFA3DA178}" dt="2026-03-16T13:07:35.870" v="1017" actId="1076"/>
          <ac:spMkLst>
            <pc:docMk/>
            <pc:sldMk cId="662234663" sldId="258"/>
            <ac:spMk id="18" creationId="{CF129BD0-460A-3CF7-87DA-AC02BA7EDBB6}"/>
          </ac:spMkLst>
        </pc:spChg>
        <pc:spChg chg="add mod">
          <ac:chgData name="Patricio Ignacio Carrasco Zura" userId="09ca5161-ce19-4477-8d22-a96f7256ff82" providerId="ADAL" clId="{132C4E11-4057-424F-BE3E-50ABFA3DA178}" dt="2026-03-16T13:07:43.963" v="1020" actId="1076"/>
          <ac:spMkLst>
            <pc:docMk/>
            <pc:sldMk cId="662234663" sldId="258"/>
            <ac:spMk id="19" creationId="{0836F87A-A43D-AD31-D8DB-0C04DEB9CD71}"/>
          </ac:spMkLst>
        </pc:spChg>
        <pc:spChg chg="add mod">
          <ac:chgData name="Patricio Ignacio Carrasco Zura" userId="09ca5161-ce19-4477-8d22-a96f7256ff82" providerId="ADAL" clId="{132C4E11-4057-424F-BE3E-50ABFA3DA178}" dt="2026-03-16T13:07:48.291" v="1022" actId="1076"/>
          <ac:spMkLst>
            <pc:docMk/>
            <pc:sldMk cId="662234663" sldId="258"/>
            <ac:spMk id="20" creationId="{2395A518-C0FB-E216-982E-928D3D5B5AA1}"/>
          </ac:spMkLst>
        </pc:spChg>
        <pc:cxnChg chg="add del mod">
          <ac:chgData name="Patricio Ignacio Carrasco Zura" userId="09ca5161-ce19-4477-8d22-a96f7256ff82" providerId="ADAL" clId="{132C4E11-4057-424F-BE3E-50ABFA3DA178}" dt="2026-03-16T13:01:33.613" v="536" actId="478"/>
          <ac:cxnSpMkLst>
            <pc:docMk/>
            <pc:sldMk cId="662234663" sldId="258"/>
            <ac:cxnSpMk id="8" creationId="{2D120FD1-D62F-B50E-6BC0-B5A46F21045B}"/>
          </ac:cxnSpMkLst>
        </pc:cxnChg>
        <pc:cxnChg chg="add del">
          <ac:chgData name="Patricio Ignacio Carrasco Zura" userId="09ca5161-ce19-4477-8d22-a96f7256ff82" providerId="ADAL" clId="{132C4E11-4057-424F-BE3E-50ABFA3DA178}" dt="2026-03-16T13:01:32.592" v="535" actId="478"/>
          <ac:cxnSpMkLst>
            <pc:docMk/>
            <pc:sldMk cId="662234663" sldId="258"/>
            <ac:cxnSpMk id="10" creationId="{0D5E8040-CB9D-58FF-F526-7924F1781A67}"/>
          </ac:cxnSpMkLst>
        </pc:cxnChg>
      </pc:sldChg>
      <pc:sldChg chg="addSp delSp modSp new mod">
        <pc:chgData name="Patricio Ignacio Carrasco Zura" userId="09ca5161-ce19-4477-8d22-a96f7256ff82" providerId="ADAL" clId="{132C4E11-4057-424F-BE3E-50ABFA3DA178}" dt="2026-03-16T13:14:19.034" v="1361" actId="1076"/>
        <pc:sldMkLst>
          <pc:docMk/>
          <pc:sldMk cId="2010773765" sldId="259"/>
        </pc:sldMkLst>
        <pc:spChg chg="mod">
          <ac:chgData name="Patricio Ignacio Carrasco Zura" userId="09ca5161-ce19-4477-8d22-a96f7256ff82" providerId="ADAL" clId="{132C4E11-4057-424F-BE3E-50ABFA3DA178}" dt="2026-03-16T13:08:23.350" v="1046" actId="1076"/>
          <ac:spMkLst>
            <pc:docMk/>
            <pc:sldMk cId="2010773765" sldId="259"/>
            <ac:spMk id="2" creationId="{1546D0A3-6AB2-596F-6EA9-1628778A74F6}"/>
          </ac:spMkLst>
        </pc:spChg>
        <pc:spChg chg="del">
          <ac:chgData name="Patricio Ignacio Carrasco Zura" userId="09ca5161-ce19-4477-8d22-a96f7256ff82" providerId="ADAL" clId="{132C4E11-4057-424F-BE3E-50ABFA3DA178}" dt="2026-03-16T13:08:20.253" v="1045" actId="478"/>
          <ac:spMkLst>
            <pc:docMk/>
            <pc:sldMk cId="2010773765" sldId="259"/>
            <ac:spMk id="3" creationId="{E1FA5FDF-8464-5C2F-E957-39A074027B6C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4" creationId="{2F216C5D-8AB9-9AFC-3A58-6DDC605B9695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5" creationId="{E15CC846-6738-7C0D-F319-C06EDBF3D290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6" creationId="{B45692FD-CCB1-DDBB-2146-CF2E855827F8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7" creationId="{CCD8C307-5A5A-6C65-0CE5-BCDB4A3D41D2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8" creationId="{862141C6-AC46-9D53-DAC7-C1D138509DAD}"/>
          </ac:spMkLst>
        </pc:spChg>
        <pc:spChg chg="add del mod">
          <ac:chgData name="Patricio Ignacio Carrasco Zura" userId="09ca5161-ce19-4477-8d22-a96f7256ff82" providerId="ADAL" clId="{132C4E11-4057-424F-BE3E-50ABFA3DA178}" dt="2026-03-16T13:08:47.987" v="1049" actId="478"/>
          <ac:spMkLst>
            <pc:docMk/>
            <pc:sldMk cId="2010773765" sldId="259"/>
            <ac:spMk id="9" creationId="{10287A31-5F75-4079-A3CB-ADD5422CAF2D}"/>
          </ac:spMkLst>
        </pc:spChg>
        <pc:spChg chg="add del mod">
          <ac:chgData name="Patricio Ignacio Carrasco Zura" userId="09ca5161-ce19-4477-8d22-a96f7256ff82" providerId="ADAL" clId="{132C4E11-4057-424F-BE3E-50ABFA3DA178}" dt="2026-03-16T13:08:47.987" v="1049" actId="478"/>
          <ac:spMkLst>
            <pc:docMk/>
            <pc:sldMk cId="2010773765" sldId="259"/>
            <ac:spMk id="10" creationId="{FB068CCA-8259-065F-0EC0-204D838D528C}"/>
          </ac:spMkLst>
        </pc:spChg>
        <pc:spChg chg="add del mod">
          <ac:chgData name="Patricio Ignacio Carrasco Zura" userId="09ca5161-ce19-4477-8d22-a96f7256ff82" providerId="ADAL" clId="{132C4E11-4057-424F-BE3E-50ABFA3DA178}" dt="2026-03-16T13:08:47.987" v="1049" actId="478"/>
          <ac:spMkLst>
            <pc:docMk/>
            <pc:sldMk cId="2010773765" sldId="259"/>
            <ac:spMk id="11" creationId="{CE1F10A8-4A66-A467-1186-87A2F7223E25}"/>
          </ac:spMkLst>
        </pc:spChg>
        <pc:spChg chg="add del mod">
          <ac:chgData name="Patricio Ignacio Carrasco Zura" userId="09ca5161-ce19-4477-8d22-a96f7256ff82" providerId="ADAL" clId="{132C4E11-4057-424F-BE3E-50ABFA3DA178}" dt="2026-03-16T13:08:47.987" v="1049" actId="478"/>
          <ac:spMkLst>
            <pc:docMk/>
            <pc:sldMk cId="2010773765" sldId="259"/>
            <ac:spMk id="12" creationId="{C6ACA1FC-BDF1-AEDB-E653-9C759DDE2D48}"/>
          </ac:spMkLst>
        </pc:spChg>
        <pc:spChg chg="add del mod">
          <ac:chgData name="Patricio Ignacio Carrasco Zura" userId="09ca5161-ce19-4477-8d22-a96f7256ff82" providerId="ADAL" clId="{132C4E11-4057-424F-BE3E-50ABFA3DA178}" dt="2026-03-16T13:08:47.987" v="1049" actId="478"/>
          <ac:spMkLst>
            <pc:docMk/>
            <pc:sldMk cId="2010773765" sldId="259"/>
            <ac:spMk id="13" creationId="{1B38ADFC-CDC4-2120-5E26-EAB3CFF0BF7F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14" creationId="{26C1850C-1DF9-C052-533B-F76E7E0553B4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15" creationId="{068C4AE1-B318-21B7-740E-3CDF8403A994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16" creationId="{9E62A0E1-072D-36BB-F2BB-2B6BE23448F8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17" creationId="{0C44ACF6-BD2E-830F-60F5-E245778E61D1}"/>
          </ac:spMkLst>
        </pc:spChg>
        <pc:spChg chg="add del mod">
          <ac:chgData name="Patricio Ignacio Carrasco Zura" userId="09ca5161-ce19-4477-8d22-a96f7256ff82" providerId="ADAL" clId="{132C4E11-4057-424F-BE3E-50ABFA3DA178}" dt="2026-03-16T13:09:09.985" v="1052" actId="478"/>
          <ac:spMkLst>
            <pc:docMk/>
            <pc:sldMk cId="2010773765" sldId="259"/>
            <ac:spMk id="18" creationId="{296542AB-67FA-77D2-C4DE-DC7C2C6D8035}"/>
          </ac:spMkLst>
        </pc:spChg>
        <pc:spChg chg="add mod">
          <ac:chgData name="Patricio Ignacio Carrasco Zura" userId="09ca5161-ce19-4477-8d22-a96f7256ff82" providerId="ADAL" clId="{132C4E11-4057-424F-BE3E-50ABFA3DA178}" dt="2026-03-16T13:09:28.884" v="1053" actId="1076"/>
          <ac:spMkLst>
            <pc:docMk/>
            <pc:sldMk cId="2010773765" sldId="259"/>
            <ac:spMk id="19" creationId="{3A4609F9-6EF1-545A-533C-F039C1F89CCF}"/>
          </ac:spMkLst>
        </pc:spChg>
        <pc:spChg chg="add mod">
          <ac:chgData name="Patricio Ignacio Carrasco Zura" userId="09ca5161-ce19-4477-8d22-a96f7256ff82" providerId="ADAL" clId="{132C4E11-4057-424F-BE3E-50ABFA3DA178}" dt="2026-03-16T13:09:28.884" v="1053" actId="1076"/>
          <ac:spMkLst>
            <pc:docMk/>
            <pc:sldMk cId="2010773765" sldId="259"/>
            <ac:spMk id="20" creationId="{62BE3417-61FF-F9FC-2FEA-862A10B8CB3F}"/>
          </ac:spMkLst>
        </pc:spChg>
        <pc:spChg chg="add mod">
          <ac:chgData name="Patricio Ignacio Carrasco Zura" userId="09ca5161-ce19-4477-8d22-a96f7256ff82" providerId="ADAL" clId="{132C4E11-4057-424F-BE3E-50ABFA3DA178}" dt="2026-03-16T13:09:28.884" v="1053" actId="1076"/>
          <ac:spMkLst>
            <pc:docMk/>
            <pc:sldMk cId="2010773765" sldId="259"/>
            <ac:spMk id="21" creationId="{FDE1C3E2-2449-8412-25F1-F3AB2EDB7CFD}"/>
          </ac:spMkLst>
        </pc:spChg>
        <pc:spChg chg="add del mod">
          <ac:chgData name="Patricio Ignacio Carrasco Zura" userId="09ca5161-ce19-4477-8d22-a96f7256ff82" providerId="ADAL" clId="{132C4E11-4057-424F-BE3E-50ABFA3DA178}" dt="2026-03-16T13:14:15.981" v="1360" actId="478"/>
          <ac:spMkLst>
            <pc:docMk/>
            <pc:sldMk cId="2010773765" sldId="259"/>
            <ac:spMk id="22" creationId="{6B49CB67-7DAE-C8D6-0943-62F3C038C004}"/>
          </ac:spMkLst>
        </pc:spChg>
        <pc:spChg chg="add mod">
          <ac:chgData name="Patricio Ignacio Carrasco Zura" userId="09ca5161-ce19-4477-8d22-a96f7256ff82" providerId="ADAL" clId="{132C4E11-4057-424F-BE3E-50ABFA3DA178}" dt="2026-03-16T13:14:19.034" v="1361" actId="1076"/>
          <ac:spMkLst>
            <pc:docMk/>
            <pc:sldMk cId="2010773765" sldId="259"/>
            <ac:spMk id="23" creationId="{72A511B0-FBE2-C6D7-64CC-DBB50FFC0F40}"/>
          </ac:spMkLst>
        </pc:spChg>
        <pc:spChg chg="add mod">
          <ac:chgData name="Patricio Ignacio Carrasco Zura" userId="09ca5161-ce19-4477-8d22-a96f7256ff82" providerId="ADAL" clId="{132C4E11-4057-424F-BE3E-50ABFA3DA178}" dt="2026-03-16T13:09:37.632" v="1054"/>
          <ac:spMkLst>
            <pc:docMk/>
            <pc:sldMk cId="2010773765" sldId="259"/>
            <ac:spMk id="24" creationId="{BBEE21F2-BDA0-61A6-2ADB-BBB842F02389}"/>
          </ac:spMkLst>
        </pc:spChg>
        <pc:spChg chg="add mod">
          <ac:chgData name="Patricio Ignacio Carrasco Zura" userId="09ca5161-ce19-4477-8d22-a96f7256ff82" providerId="ADAL" clId="{132C4E11-4057-424F-BE3E-50ABFA3DA178}" dt="2026-03-16T13:09:37.632" v="1054"/>
          <ac:spMkLst>
            <pc:docMk/>
            <pc:sldMk cId="2010773765" sldId="259"/>
            <ac:spMk id="25" creationId="{E368FA5F-43F5-BA50-C163-645E7FF66685}"/>
          </ac:spMkLst>
        </pc:spChg>
        <pc:spChg chg="add mod">
          <ac:chgData name="Patricio Ignacio Carrasco Zura" userId="09ca5161-ce19-4477-8d22-a96f7256ff82" providerId="ADAL" clId="{132C4E11-4057-424F-BE3E-50ABFA3DA178}" dt="2026-03-16T13:09:37.632" v="1054"/>
          <ac:spMkLst>
            <pc:docMk/>
            <pc:sldMk cId="2010773765" sldId="259"/>
            <ac:spMk id="26" creationId="{1A3F99EF-1077-E13B-F081-7E35337C1105}"/>
          </ac:spMkLst>
        </pc:spChg>
        <pc:spChg chg="add mod">
          <ac:chgData name="Patricio Ignacio Carrasco Zura" userId="09ca5161-ce19-4477-8d22-a96f7256ff82" providerId="ADAL" clId="{132C4E11-4057-424F-BE3E-50ABFA3DA178}" dt="2026-03-16T13:09:37.632" v="1054"/>
          <ac:spMkLst>
            <pc:docMk/>
            <pc:sldMk cId="2010773765" sldId="259"/>
            <ac:spMk id="27" creationId="{21248423-B17D-F6F2-AF9A-F87E1BF02B71}"/>
          </ac:spMkLst>
        </pc:spChg>
        <pc:spChg chg="add mod">
          <ac:chgData name="Patricio Ignacio Carrasco Zura" userId="09ca5161-ce19-4477-8d22-a96f7256ff82" providerId="ADAL" clId="{132C4E11-4057-424F-BE3E-50ABFA3DA178}" dt="2026-03-16T13:09:37.632" v="1054"/>
          <ac:spMkLst>
            <pc:docMk/>
            <pc:sldMk cId="2010773765" sldId="259"/>
            <ac:spMk id="28" creationId="{7581F453-D02A-DAEE-67DD-448275735F5A}"/>
          </ac:spMkLst>
        </pc:spChg>
        <pc:spChg chg="add mod">
          <ac:chgData name="Patricio Ignacio Carrasco Zura" userId="09ca5161-ce19-4477-8d22-a96f7256ff82" providerId="ADAL" clId="{132C4E11-4057-424F-BE3E-50ABFA3DA178}" dt="2026-03-16T13:13:17.261" v="1317" actId="20577"/>
          <ac:spMkLst>
            <pc:docMk/>
            <pc:sldMk cId="2010773765" sldId="259"/>
            <ac:spMk id="29" creationId="{BD1D6B78-9A5B-2A03-E59F-2C78ADF62847}"/>
          </ac:spMkLst>
        </pc:spChg>
        <pc:spChg chg="add mod">
          <ac:chgData name="Patricio Ignacio Carrasco Zura" userId="09ca5161-ce19-4477-8d22-a96f7256ff82" providerId="ADAL" clId="{132C4E11-4057-424F-BE3E-50ABFA3DA178}" dt="2026-03-16T13:12:30.180" v="1256" actId="20577"/>
          <ac:spMkLst>
            <pc:docMk/>
            <pc:sldMk cId="2010773765" sldId="259"/>
            <ac:spMk id="30" creationId="{00402AA8-3A6E-416F-0619-F5C91EC17AB6}"/>
          </ac:spMkLst>
        </pc:spChg>
        <pc:spChg chg="add del mod">
          <ac:chgData name="Patricio Ignacio Carrasco Zura" userId="09ca5161-ce19-4477-8d22-a96f7256ff82" providerId="ADAL" clId="{132C4E11-4057-424F-BE3E-50ABFA3DA178}" dt="2026-03-16T13:12:32.075" v="1258"/>
          <ac:spMkLst>
            <pc:docMk/>
            <pc:sldMk cId="2010773765" sldId="259"/>
            <ac:spMk id="31" creationId="{6F7E2FE8-4973-21B9-B5B3-850EB711C703}"/>
          </ac:spMkLst>
        </pc:spChg>
        <pc:spChg chg="add mod">
          <ac:chgData name="Patricio Ignacio Carrasco Zura" userId="09ca5161-ce19-4477-8d22-a96f7256ff82" providerId="ADAL" clId="{132C4E11-4057-424F-BE3E-50ABFA3DA178}" dt="2026-03-16T13:13:31.950" v="1326" actId="20577"/>
          <ac:spMkLst>
            <pc:docMk/>
            <pc:sldMk cId="2010773765" sldId="259"/>
            <ac:spMk id="32" creationId="{F8C5B024-1811-D7B2-CFFC-DCD35ECEF83C}"/>
          </ac:spMkLst>
        </pc:spChg>
        <pc:spChg chg="add del mod">
          <ac:chgData name="Patricio Ignacio Carrasco Zura" userId="09ca5161-ce19-4477-8d22-a96f7256ff82" providerId="ADAL" clId="{132C4E11-4057-424F-BE3E-50ABFA3DA178}" dt="2026-03-16T13:14:09.640" v="1359" actId="478"/>
          <ac:spMkLst>
            <pc:docMk/>
            <pc:sldMk cId="2010773765" sldId="259"/>
            <ac:spMk id="33" creationId="{259973A1-529D-9770-8D78-B458B769299F}"/>
          </ac:spMkLst>
        </pc:spChg>
        <pc:spChg chg="add mod">
          <ac:chgData name="Patricio Ignacio Carrasco Zura" userId="09ca5161-ce19-4477-8d22-a96f7256ff82" providerId="ADAL" clId="{132C4E11-4057-424F-BE3E-50ABFA3DA178}" dt="2026-03-16T13:13:34.238" v="1328" actId="20577"/>
          <ac:spMkLst>
            <pc:docMk/>
            <pc:sldMk cId="2010773765" sldId="259"/>
            <ac:spMk id="34" creationId="{69134E53-6B6C-A0DB-DACC-80FCC3B622E7}"/>
          </ac:spMkLst>
        </pc:spChg>
        <pc:spChg chg="add mod">
          <ac:chgData name="Patricio Ignacio Carrasco Zura" userId="09ca5161-ce19-4477-8d22-a96f7256ff82" providerId="ADAL" clId="{132C4E11-4057-424F-BE3E-50ABFA3DA178}" dt="2026-03-16T13:14:00.911" v="1357" actId="113"/>
          <ac:spMkLst>
            <pc:docMk/>
            <pc:sldMk cId="2010773765" sldId="259"/>
            <ac:spMk id="35" creationId="{F7699160-EA64-461A-EDF5-06CA35C74DAE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6T13:18:40.135" v="1746" actId="478"/>
        <pc:sldMkLst>
          <pc:docMk/>
          <pc:sldMk cId="3635897181" sldId="260"/>
        </pc:sldMkLst>
        <pc:spChg chg="mod">
          <ac:chgData name="Patricio Ignacio Carrasco Zura" userId="09ca5161-ce19-4477-8d22-a96f7256ff82" providerId="ADAL" clId="{132C4E11-4057-424F-BE3E-50ABFA3DA178}" dt="2026-03-16T13:14:37.018" v="1384" actId="1076"/>
          <ac:spMkLst>
            <pc:docMk/>
            <pc:sldMk cId="3635897181" sldId="260"/>
            <ac:spMk id="2" creationId="{212DC4C7-18C5-E2FD-61D0-970B8E746E52}"/>
          </ac:spMkLst>
        </pc:spChg>
        <pc:spChg chg="del">
          <ac:chgData name="Patricio Ignacio Carrasco Zura" userId="09ca5161-ce19-4477-8d22-a96f7256ff82" providerId="ADAL" clId="{132C4E11-4057-424F-BE3E-50ABFA3DA178}" dt="2026-03-16T13:14:33.595" v="1383" actId="478"/>
          <ac:spMkLst>
            <pc:docMk/>
            <pc:sldMk cId="3635897181" sldId="260"/>
            <ac:spMk id="3" creationId="{35108D1B-BB87-876A-C1B4-D2BEFF63704B}"/>
          </ac:spMkLst>
        </pc:spChg>
        <pc:spChg chg="add mod">
          <ac:chgData name="Patricio Ignacio Carrasco Zura" userId="09ca5161-ce19-4477-8d22-a96f7256ff82" providerId="ADAL" clId="{132C4E11-4057-424F-BE3E-50ABFA3DA178}" dt="2026-03-16T13:15:39.756" v="1430" actId="1076"/>
          <ac:spMkLst>
            <pc:docMk/>
            <pc:sldMk cId="3635897181" sldId="260"/>
            <ac:spMk id="4" creationId="{B60D16C8-BDE7-401D-545D-CC7929FAC048}"/>
          </ac:spMkLst>
        </pc:spChg>
        <pc:spChg chg="add mod">
          <ac:chgData name="Patricio Ignacio Carrasco Zura" userId="09ca5161-ce19-4477-8d22-a96f7256ff82" providerId="ADAL" clId="{132C4E11-4057-424F-BE3E-50ABFA3DA178}" dt="2026-03-16T13:17:03.574" v="1624" actId="1076"/>
          <ac:spMkLst>
            <pc:docMk/>
            <pc:sldMk cId="3635897181" sldId="260"/>
            <ac:spMk id="5" creationId="{EFDBF5AA-E158-D372-E51F-2BC932CBC721}"/>
          </ac:spMkLst>
        </pc:spChg>
        <pc:spChg chg="add mod">
          <ac:chgData name="Patricio Ignacio Carrasco Zura" userId="09ca5161-ce19-4477-8d22-a96f7256ff82" providerId="ADAL" clId="{132C4E11-4057-424F-BE3E-50ABFA3DA178}" dt="2026-03-16T13:17:14.997" v="1627" actId="1076"/>
          <ac:spMkLst>
            <pc:docMk/>
            <pc:sldMk cId="3635897181" sldId="260"/>
            <ac:spMk id="6" creationId="{D5C74032-5C49-F727-0479-016032E6E023}"/>
          </ac:spMkLst>
        </pc:spChg>
        <pc:spChg chg="add mod">
          <ac:chgData name="Patricio Ignacio Carrasco Zura" userId="09ca5161-ce19-4477-8d22-a96f7256ff82" providerId="ADAL" clId="{132C4E11-4057-424F-BE3E-50ABFA3DA178}" dt="2026-03-16T13:17:47.849" v="1678" actId="1076"/>
          <ac:spMkLst>
            <pc:docMk/>
            <pc:sldMk cId="3635897181" sldId="260"/>
            <ac:spMk id="7" creationId="{6BA0E9C4-99E9-1C0D-2D0E-F9A06DA38129}"/>
          </ac:spMkLst>
        </pc:spChg>
        <pc:spChg chg="add mod">
          <ac:chgData name="Patricio Ignacio Carrasco Zura" userId="09ca5161-ce19-4477-8d22-a96f7256ff82" providerId="ADAL" clId="{132C4E11-4057-424F-BE3E-50ABFA3DA178}" dt="2026-03-16T13:16:27.524" v="1553" actId="20577"/>
          <ac:spMkLst>
            <pc:docMk/>
            <pc:sldMk cId="3635897181" sldId="260"/>
            <ac:spMk id="8" creationId="{9DE9CB6A-FC76-0180-C315-DB9EB8674501}"/>
          </ac:spMkLst>
        </pc:spChg>
        <pc:spChg chg="add mod">
          <ac:chgData name="Patricio Ignacio Carrasco Zura" userId="09ca5161-ce19-4477-8d22-a96f7256ff82" providerId="ADAL" clId="{132C4E11-4057-424F-BE3E-50ABFA3DA178}" dt="2026-03-16T13:17:06.230" v="1625" actId="1076"/>
          <ac:spMkLst>
            <pc:docMk/>
            <pc:sldMk cId="3635897181" sldId="260"/>
            <ac:spMk id="9" creationId="{0F5BE759-70E7-05D9-49D1-DBFA7B3A0AE6}"/>
          </ac:spMkLst>
        </pc:spChg>
        <pc:spChg chg="add mod">
          <ac:chgData name="Patricio Ignacio Carrasco Zura" userId="09ca5161-ce19-4477-8d22-a96f7256ff82" providerId="ADAL" clId="{132C4E11-4057-424F-BE3E-50ABFA3DA178}" dt="2026-03-16T13:17:42.260" v="1677" actId="5793"/>
          <ac:spMkLst>
            <pc:docMk/>
            <pc:sldMk cId="3635897181" sldId="260"/>
            <ac:spMk id="10" creationId="{9FF3DF4D-3C3E-8032-ACC2-16BF258FA5AE}"/>
          </ac:spMkLst>
        </pc:spChg>
        <pc:spChg chg="add mod">
          <ac:chgData name="Patricio Ignacio Carrasco Zura" userId="09ca5161-ce19-4477-8d22-a96f7256ff82" providerId="ADAL" clId="{132C4E11-4057-424F-BE3E-50ABFA3DA178}" dt="2026-03-16T13:18:12.411" v="1744" actId="20577"/>
          <ac:spMkLst>
            <pc:docMk/>
            <pc:sldMk cId="3635897181" sldId="260"/>
            <ac:spMk id="11" creationId="{1F757542-6FA7-C358-D8F1-474E132E00B2}"/>
          </ac:spMkLst>
        </pc:spChg>
        <pc:spChg chg="add del mod">
          <ac:chgData name="Patricio Ignacio Carrasco Zura" userId="09ca5161-ce19-4477-8d22-a96f7256ff82" providerId="ADAL" clId="{132C4E11-4057-424F-BE3E-50ABFA3DA178}" dt="2026-03-16T13:18:40.135" v="1746" actId="478"/>
          <ac:spMkLst>
            <pc:docMk/>
            <pc:sldMk cId="3635897181" sldId="260"/>
            <ac:spMk id="12" creationId="{305C6281-2581-5347-944B-26D3EBE3C645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6T13:23:42.943" v="1793" actId="207"/>
        <pc:sldMkLst>
          <pc:docMk/>
          <pc:sldMk cId="3389511469" sldId="261"/>
        </pc:sldMkLst>
        <pc:spChg chg="del mod">
          <ac:chgData name="Patricio Ignacio Carrasco Zura" userId="09ca5161-ce19-4477-8d22-a96f7256ff82" providerId="ADAL" clId="{132C4E11-4057-424F-BE3E-50ABFA3DA178}" dt="2026-03-16T13:21:37.267" v="1770" actId="478"/>
          <ac:spMkLst>
            <pc:docMk/>
            <pc:sldMk cId="3389511469" sldId="261"/>
            <ac:spMk id="2" creationId="{AF9B4635-3B49-0EA1-F229-284DBA33992E}"/>
          </ac:spMkLst>
        </pc:spChg>
        <pc:spChg chg="del">
          <ac:chgData name="Patricio Ignacio Carrasco Zura" userId="09ca5161-ce19-4477-8d22-a96f7256ff82" providerId="ADAL" clId="{132C4E11-4057-424F-BE3E-50ABFA3DA178}" dt="2026-03-16T13:20:31.816" v="1748" actId="478"/>
          <ac:spMkLst>
            <pc:docMk/>
            <pc:sldMk cId="3389511469" sldId="261"/>
            <ac:spMk id="3" creationId="{0A59CA2E-334A-7BD3-DFA6-5049E3C62C2D}"/>
          </ac:spMkLst>
        </pc:spChg>
        <pc:spChg chg="add del mod">
          <ac:chgData name="Patricio Ignacio Carrasco Zura" userId="09ca5161-ce19-4477-8d22-a96f7256ff82" providerId="ADAL" clId="{132C4E11-4057-424F-BE3E-50ABFA3DA178}" dt="2026-03-16T13:21:40.160" v="1771" actId="478"/>
          <ac:spMkLst>
            <pc:docMk/>
            <pc:sldMk cId="3389511469" sldId="261"/>
            <ac:spMk id="7" creationId="{1482C1B2-F3E7-C6DD-896A-B4F9CDAB06F0}"/>
          </ac:spMkLst>
        </pc:spChg>
        <pc:spChg chg="add mod">
          <ac:chgData name="Patricio Ignacio Carrasco Zura" userId="09ca5161-ce19-4477-8d22-a96f7256ff82" providerId="ADAL" clId="{132C4E11-4057-424F-BE3E-50ABFA3DA178}" dt="2026-03-16T13:22:29.250" v="1777" actId="207"/>
          <ac:spMkLst>
            <pc:docMk/>
            <pc:sldMk cId="3389511469" sldId="261"/>
            <ac:spMk id="8" creationId="{6852DB58-362A-107E-68A9-CF264588925B}"/>
          </ac:spMkLst>
        </pc:spChg>
        <pc:spChg chg="add mod">
          <ac:chgData name="Patricio Ignacio Carrasco Zura" userId="09ca5161-ce19-4477-8d22-a96f7256ff82" providerId="ADAL" clId="{132C4E11-4057-424F-BE3E-50ABFA3DA178}" dt="2026-03-16T13:23:42.943" v="1793" actId="207"/>
          <ac:spMkLst>
            <pc:docMk/>
            <pc:sldMk cId="3389511469" sldId="261"/>
            <ac:spMk id="9" creationId="{410AA2B1-7047-FF2D-01C5-D3531322A8D6}"/>
          </ac:spMkLst>
        </pc:spChg>
        <pc:spChg chg="add mod">
          <ac:chgData name="Patricio Ignacio Carrasco Zura" userId="09ca5161-ce19-4477-8d22-a96f7256ff82" providerId="ADAL" clId="{132C4E11-4057-424F-BE3E-50ABFA3DA178}" dt="2026-03-16T13:23:34.426" v="1792" actId="207"/>
          <ac:spMkLst>
            <pc:docMk/>
            <pc:sldMk cId="3389511469" sldId="261"/>
            <ac:spMk id="10" creationId="{D77BACE2-5C85-4C79-5AF1-A4F1B7E473D4}"/>
          </ac:spMkLst>
        </pc:spChg>
        <pc:spChg chg="add mod">
          <ac:chgData name="Patricio Ignacio Carrasco Zura" userId="09ca5161-ce19-4477-8d22-a96f7256ff82" providerId="ADAL" clId="{132C4E11-4057-424F-BE3E-50ABFA3DA178}" dt="2026-03-16T13:23:23.874" v="1790" actId="207"/>
          <ac:spMkLst>
            <pc:docMk/>
            <pc:sldMk cId="3389511469" sldId="261"/>
            <ac:spMk id="11" creationId="{A42498EE-5D25-514C-574D-49AC0023F0CA}"/>
          </ac:spMkLst>
        </pc:spChg>
        <pc:spChg chg="add mod">
          <ac:chgData name="Patricio Ignacio Carrasco Zura" userId="09ca5161-ce19-4477-8d22-a96f7256ff82" providerId="ADAL" clId="{132C4E11-4057-424F-BE3E-50ABFA3DA178}" dt="2026-03-16T13:23:18.256" v="1789" actId="207"/>
          <ac:spMkLst>
            <pc:docMk/>
            <pc:sldMk cId="3389511469" sldId="261"/>
            <ac:spMk id="12" creationId="{510569A3-CB97-C3B6-ACAC-DE2BAA99C11A}"/>
          </ac:spMkLst>
        </pc:spChg>
        <pc:spChg chg="add mod">
          <ac:chgData name="Patricio Ignacio Carrasco Zura" userId="09ca5161-ce19-4477-8d22-a96f7256ff82" providerId="ADAL" clId="{132C4E11-4057-424F-BE3E-50ABFA3DA178}" dt="2026-03-16T13:23:14.020" v="1788" actId="207"/>
          <ac:spMkLst>
            <pc:docMk/>
            <pc:sldMk cId="3389511469" sldId="261"/>
            <ac:spMk id="13" creationId="{1CD811F0-6C91-0C20-460C-8693BF4602DE}"/>
          </ac:spMkLst>
        </pc:spChg>
        <pc:picChg chg="add mod">
          <ac:chgData name="Patricio Ignacio Carrasco Zura" userId="09ca5161-ce19-4477-8d22-a96f7256ff82" providerId="ADAL" clId="{132C4E11-4057-424F-BE3E-50ABFA3DA178}" dt="2026-03-16T13:23:29.910" v="1791" actId="1076"/>
          <ac:picMkLst>
            <pc:docMk/>
            <pc:sldMk cId="3389511469" sldId="261"/>
            <ac:picMk id="5" creationId="{8AF7BC1E-8A92-1B2A-01B6-FD0027CDF3EE}"/>
          </ac:picMkLst>
        </pc:picChg>
      </pc:sldChg>
      <pc:sldChg chg="addSp delSp modSp new mod">
        <pc:chgData name="Patricio Ignacio Carrasco Zura" userId="09ca5161-ce19-4477-8d22-a96f7256ff82" providerId="ADAL" clId="{132C4E11-4057-424F-BE3E-50ABFA3DA178}" dt="2026-03-16T13:39:30.922" v="2706" actId="113"/>
        <pc:sldMkLst>
          <pc:docMk/>
          <pc:sldMk cId="714747125" sldId="262"/>
        </pc:sldMkLst>
        <pc:spChg chg="mod">
          <ac:chgData name="Patricio Ignacio Carrasco Zura" userId="09ca5161-ce19-4477-8d22-a96f7256ff82" providerId="ADAL" clId="{132C4E11-4057-424F-BE3E-50ABFA3DA178}" dt="2026-03-16T13:25:56.589" v="1814" actId="14100"/>
          <ac:spMkLst>
            <pc:docMk/>
            <pc:sldMk cId="714747125" sldId="262"/>
            <ac:spMk id="2" creationId="{047445AE-41D3-7924-CE70-335AF73088C3}"/>
          </ac:spMkLst>
        </pc:spChg>
        <pc:spChg chg="del">
          <ac:chgData name="Patricio Ignacio Carrasco Zura" userId="09ca5161-ce19-4477-8d22-a96f7256ff82" providerId="ADAL" clId="{132C4E11-4057-424F-BE3E-50ABFA3DA178}" dt="2026-03-16T13:25:44.931" v="1795" actId="478"/>
          <ac:spMkLst>
            <pc:docMk/>
            <pc:sldMk cId="714747125" sldId="262"/>
            <ac:spMk id="3" creationId="{A70307B7-7A79-1612-5446-F1D0D3FE1F83}"/>
          </ac:spMkLst>
        </pc:spChg>
        <pc:spChg chg="add mod">
          <ac:chgData name="Patricio Ignacio Carrasco Zura" userId="09ca5161-ce19-4477-8d22-a96f7256ff82" providerId="ADAL" clId="{132C4E11-4057-424F-BE3E-50ABFA3DA178}" dt="2026-03-16T13:32:10.327" v="2547" actId="1076"/>
          <ac:spMkLst>
            <pc:docMk/>
            <pc:sldMk cId="714747125" sldId="262"/>
            <ac:spMk id="4" creationId="{CE4BA377-589B-DC47-A9A1-468128E50C6B}"/>
          </ac:spMkLst>
        </pc:spChg>
        <pc:spChg chg="add mod">
          <ac:chgData name="Patricio Ignacio Carrasco Zura" userId="09ca5161-ce19-4477-8d22-a96f7256ff82" providerId="ADAL" clId="{132C4E11-4057-424F-BE3E-50ABFA3DA178}" dt="2026-03-16T13:39:30.922" v="2706" actId="113"/>
          <ac:spMkLst>
            <pc:docMk/>
            <pc:sldMk cId="714747125" sldId="262"/>
            <ac:spMk id="5" creationId="{46D2385A-5C6E-18E1-C512-F4390602DE70}"/>
          </ac:spMkLst>
        </pc:spChg>
        <pc:spChg chg="add mod">
          <ac:chgData name="Patricio Ignacio Carrasco Zura" userId="09ca5161-ce19-4477-8d22-a96f7256ff82" providerId="ADAL" clId="{132C4E11-4057-424F-BE3E-50ABFA3DA178}" dt="2026-03-16T13:32:19.933" v="2550" actId="1076"/>
          <ac:spMkLst>
            <pc:docMk/>
            <pc:sldMk cId="714747125" sldId="262"/>
            <ac:spMk id="7" creationId="{AE748C46-F558-DABC-8FD6-C906366F3E62}"/>
          </ac:spMkLst>
        </pc:spChg>
        <pc:spChg chg="add mod">
          <ac:chgData name="Patricio Ignacio Carrasco Zura" userId="09ca5161-ce19-4477-8d22-a96f7256ff82" providerId="ADAL" clId="{132C4E11-4057-424F-BE3E-50ABFA3DA178}" dt="2026-03-16T13:32:19.933" v="2550" actId="1076"/>
          <ac:spMkLst>
            <pc:docMk/>
            <pc:sldMk cId="714747125" sldId="262"/>
            <ac:spMk id="8" creationId="{4B6062C7-D2F9-09D4-A1D8-446DA9D2972C}"/>
          </ac:spMkLst>
        </pc:spChg>
      </pc:sldChg>
      <pc:sldChg chg="addSp delSp modSp new mod">
        <pc:chgData name="Patricio Ignacio Carrasco Zura" userId="09ca5161-ce19-4477-8d22-a96f7256ff82" providerId="ADAL" clId="{132C4E11-4057-424F-BE3E-50ABFA3DA178}" dt="2026-03-16T13:34:51.861" v="2624" actId="1076"/>
        <pc:sldMkLst>
          <pc:docMk/>
          <pc:sldMk cId="2795318727" sldId="263"/>
        </pc:sldMkLst>
        <pc:spChg chg="mod">
          <ac:chgData name="Patricio Ignacio Carrasco Zura" userId="09ca5161-ce19-4477-8d22-a96f7256ff82" providerId="ADAL" clId="{132C4E11-4057-424F-BE3E-50ABFA3DA178}" dt="2026-03-16T13:32:41.113" v="2573" actId="14100"/>
          <ac:spMkLst>
            <pc:docMk/>
            <pc:sldMk cId="2795318727" sldId="263"/>
            <ac:spMk id="2" creationId="{3D7E244B-7835-6910-B7F8-306E86D3D4A0}"/>
          </ac:spMkLst>
        </pc:spChg>
        <pc:spChg chg="del">
          <ac:chgData name="Patricio Ignacio Carrasco Zura" userId="09ca5161-ce19-4477-8d22-a96f7256ff82" providerId="ADAL" clId="{132C4E11-4057-424F-BE3E-50ABFA3DA178}" dt="2026-03-16T13:32:36.035" v="2571" actId="478"/>
          <ac:spMkLst>
            <pc:docMk/>
            <pc:sldMk cId="2795318727" sldId="263"/>
            <ac:spMk id="3" creationId="{B30E47B7-7E86-DC01-D11B-01932C1BF287}"/>
          </ac:spMkLst>
        </pc:spChg>
        <pc:spChg chg="add mod">
          <ac:chgData name="Patricio Ignacio Carrasco Zura" userId="09ca5161-ce19-4477-8d22-a96f7256ff82" providerId="ADAL" clId="{132C4E11-4057-424F-BE3E-50ABFA3DA178}" dt="2026-03-16T13:33:08.038" v="2577" actId="1076"/>
          <ac:spMkLst>
            <pc:docMk/>
            <pc:sldMk cId="2795318727" sldId="263"/>
            <ac:spMk id="6" creationId="{098FBE30-9E00-B96C-CA7F-CE03F1C6F103}"/>
          </ac:spMkLst>
        </pc:spChg>
        <pc:spChg chg="add mod">
          <ac:chgData name="Patricio Ignacio Carrasco Zura" userId="09ca5161-ce19-4477-8d22-a96f7256ff82" providerId="ADAL" clId="{132C4E11-4057-424F-BE3E-50ABFA3DA178}" dt="2026-03-16T13:34:51.861" v="2624" actId="1076"/>
          <ac:spMkLst>
            <pc:docMk/>
            <pc:sldMk cId="2795318727" sldId="263"/>
            <ac:spMk id="8" creationId="{5D619A61-FB0A-C53E-8FFA-CDB789D16A39}"/>
          </ac:spMkLst>
        </pc:spChg>
        <pc:graphicFrameChg chg="add mod">
          <ac:chgData name="Patricio Ignacio Carrasco Zura" userId="09ca5161-ce19-4477-8d22-a96f7256ff82" providerId="ADAL" clId="{132C4E11-4057-424F-BE3E-50ABFA3DA178}" dt="2026-03-16T13:32:47.436" v="2575" actId="1076"/>
          <ac:graphicFrameMkLst>
            <pc:docMk/>
            <pc:sldMk cId="2795318727" sldId="263"/>
            <ac:graphicFrameMk id="4" creationId="{E32F38F6-FE3A-70ED-38B0-098B825474AB}"/>
          </ac:graphicFrameMkLst>
        </pc:graphicFrameChg>
      </pc:sldChg>
      <pc:sldChg chg="addSp delSp modSp new mod ord">
        <pc:chgData name="Patricio Ignacio Carrasco Zura" userId="09ca5161-ce19-4477-8d22-a96f7256ff82" providerId="ADAL" clId="{132C4E11-4057-424F-BE3E-50ABFA3DA178}" dt="2026-03-16T13:37:13.426" v="2704" actId="1076"/>
        <pc:sldMkLst>
          <pc:docMk/>
          <pc:sldMk cId="2041906708" sldId="264"/>
        </pc:sldMkLst>
        <pc:spChg chg="mod">
          <ac:chgData name="Patricio Ignacio Carrasco Zura" userId="09ca5161-ce19-4477-8d22-a96f7256ff82" providerId="ADAL" clId="{132C4E11-4057-424F-BE3E-50ABFA3DA178}" dt="2026-03-16T13:33:42.494" v="2607" actId="1076"/>
          <ac:spMkLst>
            <pc:docMk/>
            <pc:sldMk cId="2041906708" sldId="264"/>
            <ac:spMk id="2" creationId="{59AF5478-CABF-924C-F42A-77ED95D69E2A}"/>
          </ac:spMkLst>
        </pc:spChg>
        <pc:spChg chg="del">
          <ac:chgData name="Patricio Ignacio Carrasco Zura" userId="09ca5161-ce19-4477-8d22-a96f7256ff82" providerId="ADAL" clId="{132C4E11-4057-424F-BE3E-50ABFA3DA178}" dt="2026-03-16T13:33:36.611" v="2604" actId="478"/>
          <ac:spMkLst>
            <pc:docMk/>
            <pc:sldMk cId="2041906708" sldId="264"/>
            <ac:spMk id="3" creationId="{A25D4292-A027-ACD6-1A08-590EBCD322C3}"/>
          </ac:spMkLst>
        </pc:spChg>
        <pc:spChg chg="add mod">
          <ac:chgData name="Patricio Ignacio Carrasco Zura" userId="09ca5161-ce19-4477-8d22-a96f7256ff82" providerId="ADAL" clId="{132C4E11-4057-424F-BE3E-50ABFA3DA178}" dt="2026-03-16T13:36:11.918" v="2695"/>
          <ac:spMkLst>
            <pc:docMk/>
            <pc:sldMk cId="2041906708" sldId="264"/>
            <ac:spMk id="4" creationId="{76D7139B-F646-9C27-B601-BE6BC311CBEF}"/>
          </ac:spMkLst>
        </pc:spChg>
        <pc:spChg chg="add mod">
          <ac:chgData name="Patricio Ignacio Carrasco Zura" userId="09ca5161-ce19-4477-8d22-a96f7256ff82" providerId="ADAL" clId="{132C4E11-4057-424F-BE3E-50ABFA3DA178}" dt="2026-03-16T13:36:16.224" v="2697" actId="1076"/>
          <ac:spMkLst>
            <pc:docMk/>
            <pc:sldMk cId="2041906708" sldId="264"/>
            <ac:spMk id="6" creationId="{A9BC9F83-9861-ECDE-625E-2BA92E5C3DA4}"/>
          </ac:spMkLst>
        </pc:spChg>
        <pc:spChg chg="add mod">
          <ac:chgData name="Patricio Ignacio Carrasco Zura" userId="09ca5161-ce19-4477-8d22-a96f7256ff82" providerId="ADAL" clId="{132C4E11-4057-424F-BE3E-50ABFA3DA178}" dt="2026-03-16T13:36:22.698" v="2699" actId="1076"/>
          <ac:spMkLst>
            <pc:docMk/>
            <pc:sldMk cId="2041906708" sldId="264"/>
            <ac:spMk id="8" creationId="{5600629B-13EC-22A5-6D22-D548BBBFBE0E}"/>
          </ac:spMkLst>
        </pc:spChg>
        <pc:spChg chg="add mod">
          <ac:chgData name="Patricio Ignacio Carrasco Zura" userId="09ca5161-ce19-4477-8d22-a96f7256ff82" providerId="ADAL" clId="{132C4E11-4057-424F-BE3E-50ABFA3DA178}" dt="2026-03-16T13:37:05.193" v="2702"/>
          <ac:spMkLst>
            <pc:docMk/>
            <pc:sldMk cId="2041906708" sldId="264"/>
            <ac:spMk id="10" creationId="{92488E68-317C-A5FD-A57C-C51DF0F5FBD1}"/>
          </ac:spMkLst>
        </pc:spChg>
        <pc:spChg chg="add mod">
          <ac:chgData name="Patricio Ignacio Carrasco Zura" userId="09ca5161-ce19-4477-8d22-a96f7256ff82" providerId="ADAL" clId="{132C4E11-4057-424F-BE3E-50ABFA3DA178}" dt="2026-03-16T13:37:13.426" v="2704" actId="1076"/>
          <ac:spMkLst>
            <pc:docMk/>
            <pc:sldMk cId="2041906708" sldId="264"/>
            <ac:spMk id="12" creationId="{B1CE804A-C685-407B-3434-E07D83EA07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916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77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01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992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52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109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745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523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805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038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9120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5342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8504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717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808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82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0771E8B-6CA5-40B2-8038-0E112F3DAC1C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4185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7966302" cy="1360715"/>
          </a:xfrm>
        </p:spPr>
        <p:txBody>
          <a:bodyPr/>
          <a:lstStyle/>
          <a:p>
            <a:r>
              <a:rPr lang="es-ES" dirty="0"/>
              <a:t>Repasemos la unidad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4212" y="3843868"/>
            <a:ext cx="5535159" cy="1504646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Diagramas de flujo</a:t>
            </a:r>
          </a:p>
          <a:p>
            <a:r>
              <a:rPr lang="es-ES" b="1" dirty="0">
                <a:solidFill>
                  <a:schemeClr val="tx1"/>
                </a:solidFill>
              </a:rPr>
              <a:t>Datos primitivos</a:t>
            </a:r>
          </a:p>
          <a:p>
            <a:r>
              <a:rPr lang="es-ES" b="1" dirty="0">
                <a:solidFill>
                  <a:schemeClr val="tx1"/>
                </a:solidFill>
              </a:rPr>
              <a:t>Input-</a:t>
            </a:r>
            <a:r>
              <a:rPr lang="es-ES" b="1" dirty="0" err="1">
                <a:solidFill>
                  <a:schemeClr val="tx1"/>
                </a:solidFill>
              </a:rPr>
              <a:t>print</a:t>
            </a:r>
            <a:r>
              <a:rPr lang="es-ES" b="1" dirty="0">
                <a:solidFill>
                  <a:schemeClr val="tx1"/>
                </a:solidFill>
              </a:rPr>
              <a:t>-variables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355CF-779D-A213-EC9C-5FEDCDBDF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9737045" cy="1367971"/>
          </a:xfrm>
        </p:spPr>
        <p:txBody>
          <a:bodyPr/>
          <a:lstStyle/>
          <a:p>
            <a:r>
              <a:rPr lang="es-ES" b="1" dirty="0"/>
              <a:t>Objetivo de la clase: entender y repasar los conceptos claves</a:t>
            </a:r>
            <a:endParaRPr lang="es-CL" b="1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39DA369-47EA-0330-8503-3F64BEA60376}"/>
              </a:ext>
            </a:extLst>
          </p:cNvPr>
          <p:cNvSpPr txBox="1">
            <a:spLocks/>
          </p:cNvSpPr>
          <p:nvPr/>
        </p:nvSpPr>
        <p:spPr>
          <a:xfrm>
            <a:off x="807583" y="2148115"/>
            <a:ext cx="9737045" cy="3955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solidFill>
                  <a:schemeClr val="tx1"/>
                </a:solidFill>
              </a:rPr>
              <a:t>¿Que es la lógica?</a:t>
            </a:r>
          </a:p>
          <a:p>
            <a:r>
              <a:rPr lang="es-ES" dirty="0">
                <a:solidFill>
                  <a:schemeClr val="tx1"/>
                </a:solidFill>
              </a:rPr>
              <a:t>¿Que es un algoritmo?</a:t>
            </a:r>
          </a:p>
          <a:p>
            <a:r>
              <a:rPr lang="es-ES" dirty="0">
                <a:solidFill>
                  <a:schemeClr val="tx1"/>
                </a:solidFill>
              </a:rPr>
              <a:t>¿Que es una variable?</a:t>
            </a:r>
          </a:p>
          <a:p>
            <a:r>
              <a:rPr lang="es-ES" dirty="0">
                <a:solidFill>
                  <a:schemeClr val="tx1"/>
                </a:solidFill>
              </a:rPr>
              <a:t>¿Para que me sirve el diagrama de flujo?</a:t>
            </a:r>
          </a:p>
          <a:p>
            <a:r>
              <a:rPr lang="es-CL" dirty="0">
                <a:solidFill>
                  <a:schemeClr val="tx1"/>
                </a:solidFill>
              </a:rPr>
              <a:t>¿Como se compone el diagrama de flujo?</a:t>
            </a:r>
          </a:p>
          <a:p>
            <a:r>
              <a:rPr lang="es-CL" dirty="0">
                <a:solidFill>
                  <a:schemeClr val="tx1"/>
                </a:solidFill>
              </a:rPr>
              <a:t>¿Cuales son los datos primitivos?</a:t>
            </a:r>
          </a:p>
          <a:p>
            <a:r>
              <a:rPr lang="es-CL" dirty="0">
                <a:solidFill>
                  <a:schemeClr val="tx1"/>
                </a:solidFill>
              </a:rPr>
              <a:t>¿Para que sirve el </a:t>
            </a:r>
            <a:r>
              <a:rPr lang="es-CL" dirty="0" err="1">
                <a:solidFill>
                  <a:schemeClr val="tx1"/>
                </a:solidFill>
              </a:rPr>
              <a:t>print</a:t>
            </a:r>
            <a:r>
              <a:rPr lang="es-CL" dirty="0">
                <a:solidFill>
                  <a:schemeClr val="tx1"/>
                </a:solidFill>
              </a:rPr>
              <a:t>?</a:t>
            </a:r>
          </a:p>
          <a:p>
            <a:r>
              <a:rPr lang="es-CL" dirty="0">
                <a:solidFill>
                  <a:schemeClr val="tx1"/>
                </a:solidFill>
              </a:rPr>
              <a:t>¿Existe diferencia entre un mensaje y una variable en el </a:t>
            </a:r>
            <a:r>
              <a:rPr lang="es-CL" dirty="0" err="1">
                <a:solidFill>
                  <a:schemeClr val="tx1"/>
                </a:solidFill>
              </a:rPr>
              <a:t>print</a:t>
            </a:r>
            <a:r>
              <a:rPr lang="es-CL" dirty="0">
                <a:solidFill>
                  <a:schemeClr val="tx1"/>
                </a:solidFill>
              </a:rPr>
              <a:t>?</a:t>
            </a:r>
          </a:p>
          <a:p>
            <a:r>
              <a:rPr lang="es-CL" dirty="0">
                <a:solidFill>
                  <a:schemeClr val="tx1"/>
                </a:solidFill>
              </a:rPr>
              <a:t>¿Para que sirve el input?</a:t>
            </a:r>
          </a:p>
        </p:txBody>
      </p:sp>
    </p:spTree>
    <p:extLst>
      <p:ext uri="{BB962C8B-B14F-4D97-AF65-F5344CB8AC3E}">
        <p14:creationId xmlns:p14="http://schemas.microsoft.com/office/powerpoint/2010/main" val="269995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5541298-60DD-1D43-BBF2-E38608F73930}"/>
              </a:ext>
            </a:extLst>
          </p:cNvPr>
          <p:cNvSpPr txBox="1"/>
          <p:nvPr/>
        </p:nvSpPr>
        <p:spPr>
          <a:xfrm>
            <a:off x="4096657" y="131020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El Gran Mapa Conceptual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51F44D7-138A-E7BC-3262-A34807FD5EE7}"/>
              </a:ext>
            </a:extLst>
          </p:cNvPr>
          <p:cNvSpPr/>
          <p:nvPr/>
        </p:nvSpPr>
        <p:spPr>
          <a:xfrm>
            <a:off x="442685" y="820057"/>
            <a:ext cx="1451429" cy="500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inicio</a:t>
            </a:r>
            <a:endParaRPr lang="es-CL" dirty="0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91A94163-DE47-48CC-0F60-7428368B3A6D}"/>
              </a:ext>
            </a:extLst>
          </p:cNvPr>
          <p:cNvSpPr/>
          <p:nvPr/>
        </p:nvSpPr>
        <p:spPr>
          <a:xfrm>
            <a:off x="315684" y="1752602"/>
            <a:ext cx="1705429" cy="500743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datos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A01602A-BBE5-C399-BA81-2D44D65D01FB}"/>
              </a:ext>
            </a:extLst>
          </p:cNvPr>
          <p:cNvSpPr/>
          <p:nvPr/>
        </p:nvSpPr>
        <p:spPr>
          <a:xfrm>
            <a:off x="315683" y="2608945"/>
            <a:ext cx="1705429" cy="566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funciones</a:t>
            </a:r>
            <a:endParaRPr lang="es-CL" dirty="0"/>
          </a:p>
        </p:txBody>
      </p:sp>
      <p:sp>
        <p:nvSpPr>
          <p:cNvPr id="13" name="Diagrama de flujo: decisión 12">
            <a:extLst>
              <a:ext uri="{FF2B5EF4-FFF2-40B4-BE49-F238E27FC236}">
                <a16:creationId xmlns:a16="http://schemas.microsoft.com/office/drawing/2014/main" id="{B53ABE11-C762-EFE0-061F-8F0E5510A55D}"/>
              </a:ext>
            </a:extLst>
          </p:cNvPr>
          <p:cNvSpPr/>
          <p:nvPr/>
        </p:nvSpPr>
        <p:spPr>
          <a:xfrm>
            <a:off x="315683" y="3429000"/>
            <a:ext cx="1643744" cy="907143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decisión</a:t>
            </a:r>
            <a:endParaRPr lang="es-CL" sz="1200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4A299FF-D0A0-F827-AE65-3B312461B8FB}"/>
              </a:ext>
            </a:extLst>
          </p:cNvPr>
          <p:cNvSpPr/>
          <p:nvPr/>
        </p:nvSpPr>
        <p:spPr>
          <a:xfrm>
            <a:off x="411840" y="4746172"/>
            <a:ext cx="1451429" cy="500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fin</a:t>
            </a:r>
            <a:endParaRPr lang="es-CL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58E7360-C4DE-4222-7E06-BA256317C550}"/>
              </a:ext>
            </a:extLst>
          </p:cNvPr>
          <p:cNvSpPr txBox="1"/>
          <p:nvPr/>
        </p:nvSpPr>
        <p:spPr>
          <a:xfrm>
            <a:off x="2438399" y="1596517"/>
            <a:ext cx="7040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Podemos solicitar datos o mostrar datos a través de variables</a:t>
            </a:r>
            <a:endParaRPr lang="es-CL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EAE0D91-AC56-4DF9-31BF-DA50A5B50DFE}"/>
              </a:ext>
            </a:extLst>
          </p:cNvPr>
          <p:cNvSpPr txBox="1"/>
          <p:nvPr/>
        </p:nvSpPr>
        <p:spPr>
          <a:xfrm>
            <a:off x="2438399" y="2562555"/>
            <a:ext cx="432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Podemos crear procesos o funciones</a:t>
            </a:r>
            <a:endParaRPr lang="es-CL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D7F904-025E-13A6-24FF-D8D6E6987534}"/>
              </a:ext>
            </a:extLst>
          </p:cNvPr>
          <p:cNvSpPr txBox="1"/>
          <p:nvPr/>
        </p:nvSpPr>
        <p:spPr>
          <a:xfrm>
            <a:off x="2438399" y="3666035"/>
            <a:ext cx="7321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Podemos decisiones y continuar una línea como consecuencia</a:t>
            </a:r>
            <a:endParaRPr lang="es-C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F129BD0-460A-3CF7-87DA-AC02BA7EDBB6}"/>
              </a:ext>
            </a:extLst>
          </p:cNvPr>
          <p:cNvSpPr txBox="1"/>
          <p:nvPr/>
        </p:nvSpPr>
        <p:spPr>
          <a:xfrm>
            <a:off x="2438399" y="1913824"/>
            <a:ext cx="6011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Ejemplo: edad, nombre, </a:t>
            </a:r>
            <a:r>
              <a:rPr lang="es-ES" dirty="0" err="1"/>
              <a:t>temp</a:t>
            </a:r>
            <a:r>
              <a:rPr lang="es-ES" dirty="0"/>
              <a:t> o decisión(true/false)</a:t>
            </a:r>
            <a:endParaRPr lang="es-CL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836F87A-A43D-AD31-D8DB-0C04DEB9CD71}"/>
              </a:ext>
            </a:extLst>
          </p:cNvPr>
          <p:cNvSpPr txBox="1"/>
          <p:nvPr/>
        </p:nvSpPr>
        <p:spPr>
          <a:xfrm>
            <a:off x="2438399" y="2841954"/>
            <a:ext cx="5835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Ejemplo: calculo de temperatura, cuenta, </a:t>
            </a:r>
            <a:r>
              <a:rPr lang="es-ES" dirty="0" err="1"/>
              <a:t>imc</a:t>
            </a:r>
            <a:r>
              <a:rPr lang="es-ES" dirty="0"/>
              <a:t> </a:t>
            </a:r>
            <a:r>
              <a:rPr lang="es-ES" dirty="0" err="1"/>
              <a:t>etc</a:t>
            </a:r>
            <a:endParaRPr lang="es-CL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395A518-C0FB-E216-982E-928D3D5B5AA1}"/>
              </a:ext>
            </a:extLst>
          </p:cNvPr>
          <p:cNvSpPr txBox="1"/>
          <p:nvPr/>
        </p:nvSpPr>
        <p:spPr>
          <a:xfrm>
            <a:off x="2438399" y="4043011"/>
            <a:ext cx="641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Ejemplo: preguntar el valor y según respuesta continuar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6223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DC4C7-18C5-E2FD-61D0-970B8E74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869" y="-70153"/>
            <a:ext cx="8534400" cy="1507067"/>
          </a:xfrm>
        </p:spPr>
        <p:txBody>
          <a:bodyPr/>
          <a:lstStyle/>
          <a:p>
            <a:r>
              <a:rPr lang="es-ES" dirty="0" err="1"/>
              <a:t>python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0D16C8-BDE7-401D-545D-CC7929FAC048}"/>
              </a:ext>
            </a:extLst>
          </p:cNvPr>
          <p:cNvSpPr txBox="1"/>
          <p:nvPr/>
        </p:nvSpPr>
        <p:spPr>
          <a:xfrm>
            <a:off x="799283" y="1637269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variables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DBF5AA-E158-D372-E51F-2BC932CBC721}"/>
              </a:ext>
            </a:extLst>
          </p:cNvPr>
          <p:cNvSpPr txBox="1"/>
          <p:nvPr/>
        </p:nvSpPr>
        <p:spPr>
          <a:xfrm>
            <a:off x="982826" y="2489981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5C74032-5C49-F727-0479-016032E6E023}"/>
              </a:ext>
            </a:extLst>
          </p:cNvPr>
          <p:cNvSpPr txBox="1"/>
          <p:nvPr/>
        </p:nvSpPr>
        <p:spPr>
          <a:xfrm>
            <a:off x="1018091" y="324433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input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A0E9C4-99E9-1C0D-2D0E-F9A06DA38129}"/>
              </a:ext>
            </a:extLst>
          </p:cNvPr>
          <p:cNvSpPr txBox="1"/>
          <p:nvPr/>
        </p:nvSpPr>
        <p:spPr>
          <a:xfrm>
            <a:off x="1018091" y="404429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print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DE9CB6A-FC76-0180-C315-DB9EB8674501}"/>
              </a:ext>
            </a:extLst>
          </p:cNvPr>
          <p:cNvSpPr txBox="1"/>
          <p:nvPr/>
        </p:nvSpPr>
        <p:spPr>
          <a:xfrm>
            <a:off x="2199913" y="1637269"/>
            <a:ext cx="7754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Nos permite almacenar un valor solicitado y luego podemos usarlo </a:t>
            </a:r>
          </a:p>
          <a:p>
            <a:r>
              <a:rPr lang="es-ES" dirty="0"/>
              <a:t>en funciones o solo  Mostrarlo al usuario</a:t>
            </a:r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F5BE759-70E7-05D9-49D1-DBFA7B3A0AE6}"/>
              </a:ext>
            </a:extLst>
          </p:cNvPr>
          <p:cNvSpPr txBox="1"/>
          <p:nvPr/>
        </p:nvSpPr>
        <p:spPr>
          <a:xfrm>
            <a:off x="2199913" y="2489981"/>
            <a:ext cx="695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 lo que almacena la variable, este tiene un tipo especifico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FF3DF4D-3C3E-8032-ACC2-16BF258FA5AE}"/>
              </a:ext>
            </a:extLst>
          </p:cNvPr>
          <p:cNvSpPr txBox="1"/>
          <p:nvPr/>
        </p:nvSpPr>
        <p:spPr>
          <a:xfrm>
            <a:off x="2199913" y="3244334"/>
            <a:ext cx="764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 lo que almacena de tipo numérico por teclado en una variable </a:t>
            </a:r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F757542-6FA7-C358-D8F1-474E132E00B2}"/>
              </a:ext>
            </a:extLst>
          </p:cNvPr>
          <p:cNvSpPr txBox="1"/>
          <p:nvPr/>
        </p:nvSpPr>
        <p:spPr>
          <a:xfrm>
            <a:off x="2199913" y="3998687"/>
            <a:ext cx="843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 lo que se imprime según el programa, pueden ser variables o mensajes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3589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6D0A3-6AB2-596F-6EA9-1628778A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126" y="89504"/>
            <a:ext cx="8534400" cy="1507067"/>
          </a:xfrm>
        </p:spPr>
        <p:txBody>
          <a:bodyPr/>
          <a:lstStyle/>
          <a:p>
            <a:r>
              <a:rPr lang="es-ES" dirty="0"/>
              <a:t>Ahora con </a:t>
            </a:r>
            <a:r>
              <a:rPr lang="es-ES" dirty="0" err="1"/>
              <a:t>python</a:t>
            </a:r>
            <a:endParaRPr lang="es-CL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A4609F9-6EF1-545A-533C-F039C1F89CCF}"/>
              </a:ext>
            </a:extLst>
          </p:cNvPr>
          <p:cNvSpPr/>
          <p:nvPr/>
        </p:nvSpPr>
        <p:spPr>
          <a:xfrm>
            <a:off x="1572759" y="1596571"/>
            <a:ext cx="1451429" cy="500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inicio</a:t>
            </a:r>
            <a:endParaRPr lang="es-CL" dirty="0"/>
          </a:p>
        </p:txBody>
      </p:sp>
      <p:sp>
        <p:nvSpPr>
          <p:cNvPr id="20" name="Paralelogramo 19">
            <a:extLst>
              <a:ext uri="{FF2B5EF4-FFF2-40B4-BE49-F238E27FC236}">
                <a16:creationId xmlns:a16="http://schemas.microsoft.com/office/drawing/2014/main" id="{62BE3417-61FF-F9FC-2FEA-862A10B8CB3F}"/>
              </a:ext>
            </a:extLst>
          </p:cNvPr>
          <p:cNvSpPr/>
          <p:nvPr/>
        </p:nvSpPr>
        <p:spPr>
          <a:xfrm>
            <a:off x="1445758" y="2529116"/>
            <a:ext cx="1705429" cy="500743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datos</a:t>
            </a:r>
            <a:endParaRPr lang="es-CL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DE1C3E2-2449-8412-25F1-F3AB2EDB7CFD}"/>
              </a:ext>
            </a:extLst>
          </p:cNvPr>
          <p:cNvSpPr/>
          <p:nvPr/>
        </p:nvSpPr>
        <p:spPr>
          <a:xfrm>
            <a:off x="1445757" y="3385459"/>
            <a:ext cx="1705429" cy="566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funciones</a:t>
            </a:r>
            <a:endParaRPr lang="es-CL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2A511B0-FBE2-C6D7-64CC-DBB50FFC0F40}"/>
              </a:ext>
            </a:extLst>
          </p:cNvPr>
          <p:cNvSpPr/>
          <p:nvPr/>
        </p:nvSpPr>
        <p:spPr>
          <a:xfrm>
            <a:off x="1520142" y="4390180"/>
            <a:ext cx="1451429" cy="5007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fin</a:t>
            </a:r>
            <a:endParaRPr lang="es-CL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D1D6B78-9A5B-2A03-E59F-2C78ADF62847}"/>
              </a:ext>
            </a:extLst>
          </p:cNvPr>
          <p:cNvSpPr txBox="1"/>
          <p:nvPr/>
        </p:nvSpPr>
        <p:spPr>
          <a:xfrm>
            <a:off x="4210143" y="2240644"/>
            <a:ext cx="449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num</a:t>
            </a:r>
            <a:r>
              <a:rPr lang="es-ES" dirty="0"/>
              <a:t> = </a:t>
            </a:r>
            <a:r>
              <a:rPr lang="es-ES" dirty="0" err="1"/>
              <a:t>int</a:t>
            </a:r>
            <a:r>
              <a:rPr lang="es-ES" dirty="0"/>
              <a:t>(input(“ingrese  un número“))</a:t>
            </a:r>
            <a:endParaRPr lang="es-CL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0402AA8-3A6E-416F-0619-F5C91EC17AB6}"/>
              </a:ext>
            </a:extLst>
          </p:cNvPr>
          <p:cNvSpPr txBox="1"/>
          <p:nvPr/>
        </p:nvSpPr>
        <p:spPr>
          <a:xfrm>
            <a:off x="4210144" y="2529116"/>
            <a:ext cx="3483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Print</a:t>
            </a:r>
            <a:r>
              <a:rPr lang="es-ES" dirty="0"/>
              <a:t> = (</a:t>
            </a:r>
            <a:r>
              <a:rPr lang="es-ES" dirty="0" err="1"/>
              <a:t>num</a:t>
            </a:r>
            <a:r>
              <a:rPr lang="es-ES" dirty="0"/>
              <a:t>)</a:t>
            </a:r>
          </a:p>
          <a:p>
            <a:r>
              <a:rPr lang="es-ES" dirty="0" err="1"/>
              <a:t>Print</a:t>
            </a:r>
            <a:r>
              <a:rPr lang="es-ES" dirty="0"/>
              <a:t> = (“su número es: “,</a:t>
            </a:r>
            <a:r>
              <a:rPr lang="es-ES" dirty="0" err="1"/>
              <a:t>num</a:t>
            </a:r>
            <a:r>
              <a:rPr lang="es-ES" dirty="0"/>
              <a:t>)</a:t>
            </a:r>
            <a:endParaRPr lang="es-CL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8C5B024-1811-D7B2-CFFC-DCD35ECEF83C}"/>
              </a:ext>
            </a:extLst>
          </p:cNvPr>
          <p:cNvSpPr txBox="1"/>
          <p:nvPr/>
        </p:nvSpPr>
        <p:spPr>
          <a:xfrm>
            <a:off x="4210143" y="3385459"/>
            <a:ext cx="419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Num1 = </a:t>
            </a:r>
            <a:r>
              <a:rPr lang="es-ES" dirty="0" err="1"/>
              <a:t>int</a:t>
            </a:r>
            <a:r>
              <a:rPr lang="es-ES" dirty="0"/>
              <a:t>(input(“ingrese </a:t>
            </a:r>
            <a:r>
              <a:rPr lang="es-ES" dirty="0" err="1"/>
              <a:t>num</a:t>
            </a:r>
            <a:r>
              <a:rPr lang="es-ES" dirty="0"/>
              <a:t> 1: “))</a:t>
            </a:r>
            <a:endParaRPr lang="es-CL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9134E53-6B6C-A0DB-DACC-80FCC3B622E7}"/>
              </a:ext>
            </a:extLst>
          </p:cNvPr>
          <p:cNvSpPr txBox="1"/>
          <p:nvPr/>
        </p:nvSpPr>
        <p:spPr>
          <a:xfrm>
            <a:off x="4210143" y="3668488"/>
            <a:ext cx="419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Num2 = </a:t>
            </a:r>
            <a:r>
              <a:rPr lang="es-ES" dirty="0" err="1"/>
              <a:t>int</a:t>
            </a:r>
            <a:r>
              <a:rPr lang="es-ES" dirty="0"/>
              <a:t>(input(“ingrese </a:t>
            </a:r>
            <a:r>
              <a:rPr lang="es-ES" dirty="0" err="1"/>
              <a:t>num</a:t>
            </a:r>
            <a:r>
              <a:rPr lang="es-ES" dirty="0"/>
              <a:t> 2: “))</a:t>
            </a:r>
            <a:endParaRPr lang="es-CL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7699160-EA64-461A-EDF5-06CA35C74DAE}"/>
              </a:ext>
            </a:extLst>
          </p:cNvPr>
          <p:cNvSpPr txBox="1"/>
          <p:nvPr/>
        </p:nvSpPr>
        <p:spPr>
          <a:xfrm>
            <a:off x="4210143" y="4020848"/>
            <a:ext cx="247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Suma = num1+num2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1077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F7BC1E-8A92-1B2A-01B6-FD0027CDF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03404" cy="685799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852DB58-362A-107E-68A9-CF264588925B}"/>
              </a:ext>
            </a:extLst>
          </p:cNvPr>
          <p:cNvSpPr/>
          <p:nvPr/>
        </p:nvSpPr>
        <p:spPr>
          <a:xfrm>
            <a:off x="6096000" y="638629"/>
            <a:ext cx="936171" cy="312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0AA2B1-7047-FF2D-01C5-D3531322A8D6}"/>
              </a:ext>
            </a:extLst>
          </p:cNvPr>
          <p:cNvSpPr/>
          <p:nvPr/>
        </p:nvSpPr>
        <p:spPr>
          <a:xfrm>
            <a:off x="7467600" y="2307771"/>
            <a:ext cx="703943" cy="34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77BACE2-5C85-4C79-5AF1-A4F1B7E473D4}"/>
              </a:ext>
            </a:extLst>
          </p:cNvPr>
          <p:cNvSpPr/>
          <p:nvPr/>
        </p:nvSpPr>
        <p:spPr>
          <a:xfrm>
            <a:off x="7895771" y="3135086"/>
            <a:ext cx="703943" cy="34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42498EE-5D25-514C-574D-49AC0023F0CA}"/>
              </a:ext>
            </a:extLst>
          </p:cNvPr>
          <p:cNvSpPr/>
          <p:nvPr/>
        </p:nvSpPr>
        <p:spPr>
          <a:xfrm>
            <a:off x="7819571" y="3483429"/>
            <a:ext cx="703943" cy="34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10569A3-CB97-C3B6-ACAC-DE2BAA99C11A}"/>
              </a:ext>
            </a:extLst>
          </p:cNvPr>
          <p:cNvSpPr/>
          <p:nvPr/>
        </p:nvSpPr>
        <p:spPr>
          <a:xfrm>
            <a:off x="7467600" y="4234541"/>
            <a:ext cx="703943" cy="34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CD811F0-6C91-0C20-460C-8693BF4602DE}"/>
              </a:ext>
            </a:extLst>
          </p:cNvPr>
          <p:cNvSpPr/>
          <p:nvPr/>
        </p:nvSpPr>
        <p:spPr>
          <a:xfrm>
            <a:off x="6212113" y="5972628"/>
            <a:ext cx="703943" cy="34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89511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445AE-41D3-7924-CE70-335AF730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584" y="140305"/>
            <a:ext cx="7930016" cy="672496"/>
          </a:xfrm>
        </p:spPr>
        <p:txBody>
          <a:bodyPr/>
          <a:lstStyle/>
          <a:p>
            <a:r>
              <a:rPr lang="es-ES" dirty="0"/>
              <a:t>Cadenas de texto</a:t>
            </a:r>
            <a:endParaRPr lang="es-CL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E4BA377-589B-DC47-A9A1-468128E50C6B}"/>
              </a:ext>
            </a:extLst>
          </p:cNvPr>
          <p:cNvSpPr txBox="1">
            <a:spLocks/>
          </p:cNvSpPr>
          <p:nvPr/>
        </p:nvSpPr>
        <p:spPr>
          <a:xfrm>
            <a:off x="1221240" y="739017"/>
            <a:ext cx="8815387" cy="67249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Según lo visto, una cadena de texto es tipo </a:t>
            </a:r>
            <a:r>
              <a:rPr lang="es-ES" dirty="0" err="1"/>
              <a:t>string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D2385A-5C6E-18E1-C512-F4390602DE70}"/>
              </a:ext>
            </a:extLst>
          </p:cNvPr>
          <p:cNvSpPr txBox="1"/>
          <p:nvPr/>
        </p:nvSpPr>
        <p:spPr>
          <a:xfrm>
            <a:off x="328611" y="1289831"/>
            <a:ext cx="905087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 input no es necesario usar el tipo ya que lo toma de forma automática</a:t>
            </a:r>
          </a:p>
          <a:p>
            <a:r>
              <a:rPr lang="es-ES" dirty="0"/>
              <a:t>Solo debemos indicar que el usuario va a ingresar el texto</a:t>
            </a:r>
          </a:p>
          <a:p>
            <a:endParaRPr lang="es-ES" dirty="0"/>
          </a:p>
          <a:p>
            <a:r>
              <a:rPr lang="es-ES" dirty="0"/>
              <a:t> nombre = input(“ingresa tu nombre”)</a:t>
            </a:r>
          </a:p>
          <a:p>
            <a:endParaRPr lang="es-ES" dirty="0"/>
          </a:p>
          <a:p>
            <a:r>
              <a:rPr lang="es-ES" dirty="0"/>
              <a:t>Pero es importante saber si el usuario esta ingresando mayúsculas o minúsculas</a:t>
            </a:r>
          </a:p>
          <a:p>
            <a:r>
              <a:rPr lang="es-ES" dirty="0"/>
              <a:t>Por ende, debemos almacenar solo 1 tipo en nuestra variable</a:t>
            </a:r>
          </a:p>
          <a:p>
            <a:r>
              <a:rPr lang="es-ES" dirty="0"/>
              <a:t>Y para eso utilizamos una función llamada </a:t>
            </a:r>
          </a:p>
          <a:p>
            <a:r>
              <a:rPr lang="es-ES" b="1" dirty="0" err="1"/>
              <a:t>Lower</a:t>
            </a:r>
            <a:r>
              <a:rPr lang="es-CL" b="1" dirty="0"/>
              <a:t> y </a:t>
            </a:r>
            <a:r>
              <a:rPr lang="es-CL" b="1" dirty="0" err="1"/>
              <a:t>Upper</a:t>
            </a:r>
            <a:endParaRPr lang="es-CL" b="1" dirty="0"/>
          </a:p>
          <a:p>
            <a:endParaRPr lang="es-CL" dirty="0"/>
          </a:p>
          <a:p>
            <a:r>
              <a:rPr lang="es-CL" b="1" dirty="0" err="1"/>
              <a:t>lower</a:t>
            </a:r>
            <a:r>
              <a:rPr lang="es-CL" b="1" dirty="0"/>
              <a:t> convierte todo a minúsculas</a:t>
            </a:r>
          </a:p>
          <a:p>
            <a:r>
              <a:rPr lang="es-CL" b="1" dirty="0"/>
              <a:t>UPPER CONVIERTE TODO A MAYUSCULAS </a:t>
            </a:r>
          </a:p>
          <a:p>
            <a:endParaRPr lang="es-CL" dirty="0"/>
          </a:p>
          <a:p>
            <a:r>
              <a:rPr lang="es-CL" dirty="0"/>
              <a:t>Podemos utilizarlo al pedir la cadena o al imprimir la cadena</a:t>
            </a:r>
          </a:p>
          <a:p>
            <a:endParaRPr lang="es-CL" dirty="0"/>
          </a:p>
          <a:p>
            <a:r>
              <a:rPr lang="es-CL" dirty="0"/>
              <a:t>nombre = "Alonso"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nombre.upper</a:t>
            </a:r>
            <a:r>
              <a:rPr lang="es-CL" dirty="0"/>
              <a:t>()) # Resultado: ALONSO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nombre.lower</a:t>
            </a:r>
            <a:r>
              <a:rPr lang="es-CL" dirty="0"/>
              <a:t>()) # Resultado: alonso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748C46-F558-DABC-8FD6-C906366F3E62}"/>
              </a:ext>
            </a:extLst>
          </p:cNvPr>
          <p:cNvSpPr txBox="1"/>
          <p:nvPr/>
        </p:nvSpPr>
        <p:spPr>
          <a:xfrm>
            <a:off x="5818189" y="5646449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nombre = input(“ingresa tu nombre").</a:t>
            </a:r>
            <a:r>
              <a:rPr lang="es-CL" dirty="0" err="1"/>
              <a:t>lower</a:t>
            </a:r>
            <a:r>
              <a:rPr lang="es-CL" dirty="0"/>
              <a:t>()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6062C7-D2F9-09D4-A1D8-446DA9D2972C}"/>
              </a:ext>
            </a:extLst>
          </p:cNvPr>
          <p:cNvSpPr txBox="1"/>
          <p:nvPr/>
        </p:nvSpPr>
        <p:spPr>
          <a:xfrm>
            <a:off x="5818189" y="5914964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nombre = input(“ingresa tu nombre").</a:t>
            </a:r>
            <a:r>
              <a:rPr lang="es-CL" dirty="0" err="1"/>
              <a:t>upper</a:t>
            </a:r>
            <a:r>
              <a:rPr lang="es-CL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1474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F5478-CABF-924C-F42A-77ED95D6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56" y="220131"/>
            <a:ext cx="8263845" cy="897469"/>
          </a:xfrm>
        </p:spPr>
        <p:txBody>
          <a:bodyPr/>
          <a:lstStyle/>
          <a:p>
            <a:r>
              <a:rPr lang="es-ES" dirty="0"/>
              <a:t>Concatenar </a:t>
            </a:r>
            <a:r>
              <a:rPr lang="es-ES" dirty="0" err="1"/>
              <a:t>strings</a:t>
            </a:r>
            <a:endParaRPr lang="es-CL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6D7139B-F646-9C27-B601-BE6BC311CBEF}"/>
              </a:ext>
            </a:extLst>
          </p:cNvPr>
          <p:cNvSpPr txBox="1">
            <a:spLocks/>
          </p:cNvSpPr>
          <p:nvPr/>
        </p:nvSpPr>
        <p:spPr>
          <a:xfrm>
            <a:off x="568100" y="1207103"/>
            <a:ext cx="8960529" cy="41849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2000"/>
              <a:t>Formas de llamar variables</a:t>
            </a:r>
            <a:endParaRPr lang="es-CL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C9F83-9861-ECDE-625E-2BA92E5C3DA4}"/>
              </a:ext>
            </a:extLst>
          </p:cNvPr>
          <p:cNvSpPr txBox="1"/>
          <p:nvPr/>
        </p:nvSpPr>
        <p:spPr>
          <a:xfrm>
            <a:off x="550978" y="1625601"/>
            <a:ext cx="6103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nombre = "Alonso"</a:t>
            </a:r>
          </a:p>
          <a:p>
            <a:r>
              <a:rPr lang="es-CL" dirty="0" err="1"/>
              <a:t>print</a:t>
            </a:r>
            <a:r>
              <a:rPr lang="es-CL" dirty="0"/>
              <a:t>("Hola,", nombre)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00629B-13EC-22A5-6D22-D548BBBFBE0E}"/>
              </a:ext>
            </a:extLst>
          </p:cNvPr>
          <p:cNvSpPr txBox="1"/>
          <p:nvPr/>
        </p:nvSpPr>
        <p:spPr>
          <a:xfrm>
            <a:off x="550978" y="2367264"/>
            <a:ext cx="6103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nombre = "Alonso"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f"Hola</a:t>
            </a:r>
            <a:r>
              <a:rPr lang="es-CL" dirty="0"/>
              <a:t>, {nombre}")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488E68-317C-A5FD-A57C-C51DF0F5FBD1}"/>
              </a:ext>
            </a:extLst>
          </p:cNvPr>
          <p:cNvSpPr txBox="1"/>
          <p:nvPr/>
        </p:nvSpPr>
        <p:spPr>
          <a:xfrm>
            <a:off x="5039804" y="1394769"/>
            <a:ext cx="61032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nombre = "Alonso"</a:t>
            </a:r>
          </a:p>
          <a:p>
            <a:r>
              <a:rPr lang="es-CL"/>
              <a:t>apellido = "Pérez"</a:t>
            </a:r>
          </a:p>
          <a:p>
            <a:r>
              <a:rPr lang="es-CL"/>
              <a:t>edad = 25</a:t>
            </a:r>
          </a:p>
          <a:p>
            <a:endParaRPr lang="es-CL"/>
          </a:p>
          <a:p>
            <a:r>
              <a:rPr lang="es-CL"/>
              <a:t>print("Hola", nombre, apellido, "tienes", edad, "años.")</a:t>
            </a:r>
          </a:p>
          <a:p>
            <a:r>
              <a:rPr lang="es-CL"/>
              <a:t># Resultado: Hola Alonso Pérez tienes 25 años.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1CE804A-C685-407B-3434-E07D83EA07CB}"/>
              </a:ext>
            </a:extLst>
          </p:cNvPr>
          <p:cNvSpPr txBox="1"/>
          <p:nvPr/>
        </p:nvSpPr>
        <p:spPr>
          <a:xfrm>
            <a:off x="550978" y="3244427"/>
            <a:ext cx="61032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nombre = "Alonso"</a:t>
            </a:r>
          </a:p>
          <a:p>
            <a:r>
              <a:rPr lang="es-CL" dirty="0"/>
              <a:t>apellido = "Pérez"</a:t>
            </a:r>
          </a:p>
          <a:p>
            <a:r>
              <a:rPr lang="es-CL" dirty="0"/>
              <a:t>edad = 25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f"Hola</a:t>
            </a:r>
            <a:r>
              <a:rPr lang="es-CL" dirty="0"/>
              <a:t> {nombre} {apellido}, tienes {edad} años.")</a:t>
            </a:r>
          </a:p>
          <a:p>
            <a:r>
              <a:rPr lang="es-CL" dirty="0"/>
              <a:t># Resultado: Hola Alonso Pérez, tienes 25 años.</a:t>
            </a:r>
          </a:p>
        </p:txBody>
      </p:sp>
    </p:spTree>
    <p:extLst>
      <p:ext uri="{BB962C8B-B14F-4D97-AF65-F5344CB8AC3E}">
        <p14:creationId xmlns:p14="http://schemas.microsoft.com/office/powerpoint/2010/main" val="204190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E244B-7835-6910-B7F8-306E86D3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41" y="256418"/>
            <a:ext cx="8525102" cy="803125"/>
          </a:xfrm>
        </p:spPr>
        <p:txBody>
          <a:bodyPr/>
          <a:lstStyle/>
          <a:p>
            <a:r>
              <a:rPr lang="es-ES" dirty="0"/>
              <a:t>Para finalizar</a:t>
            </a:r>
            <a:endParaRPr lang="es-CL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32F38F6-FE3A-70ED-38B0-098B82547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663264"/>
              </p:ext>
            </p:extLst>
          </p:nvPr>
        </p:nvGraphicFramePr>
        <p:xfrm>
          <a:off x="705985" y="1220266"/>
          <a:ext cx="8534400" cy="3474720"/>
        </p:xfrm>
        <a:graphic>
          <a:graphicData uri="http://schemas.openxmlformats.org/drawingml/2006/table">
            <a:tbl>
              <a:tblPr/>
              <a:tblGrid>
                <a:gridCol w="2941782">
                  <a:extLst>
                    <a:ext uri="{9D8B030D-6E8A-4147-A177-3AD203B41FA5}">
                      <a16:colId xmlns:a16="http://schemas.microsoft.com/office/drawing/2014/main" val="2252678484"/>
                    </a:ext>
                  </a:extLst>
                </a:gridCol>
                <a:gridCol w="2941782">
                  <a:extLst>
                    <a:ext uri="{9D8B030D-6E8A-4147-A177-3AD203B41FA5}">
                      <a16:colId xmlns:a16="http://schemas.microsoft.com/office/drawing/2014/main" val="3749498836"/>
                    </a:ext>
                  </a:extLst>
                </a:gridCol>
                <a:gridCol w="2650836">
                  <a:extLst>
                    <a:ext uri="{9D8B030D-6E8A-4147-A177-3AD203B41FA5}">
                      <a16:colId xmlns:a16="http://schemas.microsoft.com/office/drawing/2014/main" val="2388238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Símbolo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Significado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Ejemplo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117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==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 igual a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5 == 5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(True)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04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!=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 distinto de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5 != 3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(True)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668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&gt;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Mayor que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10 &gt; 20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(False)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730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Menor que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8 &lt; 12</a:t>
                      </a: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(True)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19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&gt;=</a:t>
                      </a:r>
                      <a:endParaRPr lang="es-CL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Mayor o igual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L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18 &gt;= 18</a:t>
                      </a:r>
                      <a:r>
                        <a:rPr lang="es-CL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(True)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42699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98FBE30-9E00-B96C-CA7F-CE03F1C6F103}"/>
              </a:ext>
            </a:extLst>
          </p:cNvPr>
          <p:cNvSpPr txBox="1"/>
          <p:nvPr/>
        </p:nvSpPr>
        <p:spPr>
          <a:xfrm>
            <a:off x="2550887" y="4964277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"Un </a:t>
            </a:r>
            <a:r>
              <a:rPr lang="es-ES" dirty="0">
                <a:latin typeface="Courier New" panose="02070309020205020404" pitchFamily="49" charset="0"/>
              </a:rPr>
              <a:t>=</a:t>
            </a:r>
            <a:r>
              <a:rPr lang="es-ES" dirty="0"/>
              <a:t> es para </a:t>
            </a:r>
            <a:r>
              <a:rPr lang="es-ES" b="1" dirty="0"/>
              <a:t>guardar</a:t>
            </a:r>
            <a:r>
              <a:rPr lang="es-ES" dirty="0"/>
              <a:t>, dos </a:t>
            </a:r>
            <a:r>
              <a:rPr lang="es-ES" dirty="0">
                <a:latin typeface="Courier New" panose="02070309020205020404" pitchFamily="49" charset="0"/>
              </a:rPr>
              <a:t>==</a:t>
            </a:r>
            <a:r>
              <a:rPr lang="es-ES" dirty="0"/>
              <a:t> son para </a:t>
            </a:r>
            <a:r>
              <a:rPr lang="es-ES" b="1" dirty="0"/>
              <a:t>preguntar</a:t>
            </a:r>
            <a:r>
              <a:rPr lang="es-ES" dirty="0"/>
              <a:t>".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619A61-FB0A-C53E-8FFA-CDB789D16A39}"/>
              </a:ext>
            </a:extLst>
          </p:cNvPr>
          <p:cNvSpPr txBox="1"/>
          <p:nvPr/>
        </p:nvSpPr>
        <p:spPr>
          <a:xfrm>
            <a:off x="705985" y="5492820"/>
            <a:ext cx="7790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Si tengo una variable </a:t>
            </a:r>
            <a:r>
              <a:rPr lang="es-ES" dirty="0">
                <a:latin typeface="Courier New" panose="02070309020205020404" pitchFamily="49" charset="0"/>
              </a:rPr>
              <a:t>nota = 7</a:t>
            </a:r>
            <a:endParaRPr lang="es-ES" dirty="0"/>
          </a:p>
          <a:p>
            <a:r>
              <a:rPr lang="es-ES" dirty="0"/>
              <a:t>¿ qué me responderá la computadora si le pregunto </a:t>
            </a:r>
            <a:r>
              <a:rPr lang="es-ES" dirty="0">
                <a:latin typeface="Courier New" panose="02070309020205020404" pitchFamily="49" charset="0"/>
              </a:rPr>
              <a:t>nota &gt;= 4 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95318727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</TotalTime>
  <Words>621</Words>
  <Application>Microsoft Office PowerPoint</Application>
  <PresentationFormat>Panorámica</PresentationFormat>
  <Paragraphs>109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Century Gothic</vt:lpstr>
      <vt:lpstr>Courier New</vt:lpstr>
      <vt:lpstr>Google Sans Text</vt:lpstr>
      <vt:lpstr>Wingdings 3</vt:lpstr>
      <vt:lpstr>Sector</vt:lpstr>
      <vt:lpstr>Repasemos la unidad 1</vt:lpstr>
      <vt:lpstr>Presentación de PowerPoint</vt:lpstr>
      <vt:lpstr>Presentación de PowerPoint</vt:lpstr>
      <vt:lpstr>python</vt:lpstr>
      <vt:lpstr>Ahora con python</vt:lpstr>
      <vt:lpstr>Presentación de PowerPoint</vt:lpstr>
      <vt:lpstr>Cadenas de texto</vt:lpstr>
      <vt:lpstr>Concatenar strings</vt:lpstr>
      <vt:lpstr>Para finalizar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Patricio Ignacio Carrasco Zura</cp:lastModifiedBy>
  <cp:revision>1</cp:revision>
  <dcterms:created xsi:type="dcterms:W3CDTF">2026-03-16T12:40:52Z</dcterms:created>
  <dcterms:modified xsi:type="dcterms:W3CDTF">2026-03-16T13:39:36Z</dcterms:modified>
</cp:coreProperties>
</file>