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sldIdLst>
    <p:sldId id="256" r:id="rId5"/>
    <p:sldId id="257" r:id="rId6"/>
    <p:sldId id="258" r:id="rId7"/>
    <p:sldId id="263" r:id="rId8"/>
    <p:sldId id="259" r:id="rId9"/>
    <p:sldId id="267" r:id="rId10"/>
    <p:sldId id="260" r:id="rId11"/>
    <p:sldId id="261" r:id="rId12"/>
    <p:sldId id="262" r:id="rId13"/>
    <p:sldId id="264" r:id="rId14"/>
    <p:sldId id="265" r:id="rId15"/>
    <p:sldId id="266" r:id="rId16"/>
    <p:sldId id="268" r:id="rId17"/>
    <p:sldId id="269" r:id="rId18"/>
    <p:sldId id="270" r:id="rId19"/>
    <p:sldId id="271" r:id="rId20"/>
    <p:sldId id="272" r:id="rId21"/>
    <p:sldId id="273" r:id="rId22"/>
    <p:sldId id="274" r:id="rId23"/>
    <p:sldId id="275" r:id="rId24"/>
    <p:sldId id="276" r:id="rId25"/>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AB4708-29C3-44B3-86E4-A25DBB9EC77F}" v="43" dt="2026-03-16T15:13:35.8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2" autoAdjust="0"/>
    <p:restoredTop sz="94660"/>
  </p:normalViewPr>
  <p:slideViewPr>
    <p:cSldViewPr snapToGrid="0">
      <p:cViewPr varScale="1">
        <p:scale>
          <a:sx n="138" d="100"/>
          <a:sy n="138" d="100"/>
        </p:scale>
        <p:origin x="150"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io Ignacio Carrasco Zura" userId="09ca5161-ce19-4477-8d22-a96f7256ff82" providerId="ADAL" clId="{132C4E11-4057-424F-BE3E-50ABFA3DA178}"/>
    <pc:docChg chg="undo custSel addSld modSld sldOrd addMainMaster delMainMaster">
      <pc:chgData name="Patricio Ignacio Carrasco Zura" userId="09ca5161-ce19-4477-8d22-a96f7256ff82" providerId="ADAL" clId="{132C4E11-4057-424F-BE3E-50ABFA3DA178}" dt="2026-03-16T15:14:12.445" v="536" actId="5793"/>
      <pc:docMkLst>
        <pc:docMk/>
      </pc:docMkLst>
      <pc:sldChg chg="addSp delSp modSp mod setBg modClrScheme setClrOvrMap chgLayout">
        <pc:chgData name="Patricio Ignacio Carrasco Zura" userId="09ca5161-ce19-4477-8d22-a96f7256ff82" providerId="ADAL" clId="{132C4E11-4057-424F-BE3E-50ABFA3DA178}" dt="2026-03-16T14:56:28.418" v="73" actId="1076"/>
        <pc:sldMkLst>
          <pc:docMk/>
          <pc:sldMk cId="843586832" sldId="256"/>
        </pc:sldMkLst>
        <pc:spChg chg="del mod">
          <ac:chgData name="Patricio Ignacio Carrasco Zura" userId="09ca5161-ce19-4477-8d22-a96f7256ff82" providerId="ADAL" clId="{132C4E11-4057-424F-BE3E-50ABFA3DA178}" dt="2026-03-16T14:55:48.612" v="27" actId="478"/>
          <ac:spMkLst>
            <pc:docMk/>
            <pc:sldMk cId="843586832" sldId="256"/>
            <ac:spMk id="2" creationId="{793DE09D-1AFC-8A88-C943-606317EF85D8}"/>
          </ac:spMkLst>
        </pc:spChg>
        <pc:spChg chg="mod">
          <ac:chgData name="Patricio Ignacio Carrasco Zura" userId="09ca5161-ce19-4477-8d22-a96f7256ff82" providerId="ADAL" clId="{132C4E11-4057-424F-BE3E-50ABFA3DA178}" dt="2026-03-16T14:56:28.418" v="73" actId="1076"/>
          <ac:spMkLst>
            <pc:docMk/>
            <pc:sldMk cId="843586832" sldId="256"/>
            <ac:spMk id="3" creationId="{84B75C91-9ADE-87FC-3D2E-015C763A95B0}"/>
          </ac:spMkLst>
        </pc:spChg>
        <pc:spChg chg="add del">
          <ac:chgData name="Patricio Ignacio Carrasco Zura" userId="09ca5161-ce19-4477-8d22-a96f7256ff82" providerId="ADAL" clId="{132C4E11-4057-424F-BE3E-50ABFA3DA178}" dt="2026-03-16T14:55:56.562" v="29" actId="26606"/>
          <ac:spMkLst>
            <pc:docMk/>
            <pc:sldMk cId="843586832" sldId="256"/>
            <ac:spMk id="9" creationId="{6E448DB1-4196-18A6-15DA-C72635C1B11E}"/>
          </ac:spMkLst>
        </pc:spChg>
        <pc:spChg chg="add del">
          <ac:chgData name="Patricio Ignacio Carrasco Zura" userId="09ca5161-ce19-4477-8d22-a96f7256ff82" providerId="ADAL" clId="{132C4E11-4057-424F-BE3E-50ABFA3DA178}" dt="2026-03-16T14:55:56.562" v="29" actId="26606"/>
          <ac:spMkLst>
            <pc:docMk/>
            <pc:sldMk cId="843586832" sldId="256"/>
            <ac:spMk id="11" creationId="{DF15DF8A-891A-1965-E372-1BA1F3B945EF}"/>
          </ac:spMkLst>
        </pc:spChg>
        <pc:spChg chg="add">
          <ac:chgData name="Patricio Ignacio Carrasco Zura" userId="09ca5161-ce19-4477-8d22-a96f7256ff82" providerId="ADAL" clId="{132C4E11-4057-424F-BE3E-50ABFA3DA178}" dt="2026-03-16T14:55:56.562" v="29" actId="26606"/>
          <ac:spMkLst>
            <pc:docMk/>
            <pc:sldMk cId="843586832" sldId="256"/>
            <ac:spMk id="16" creationId="{37FDDF72-DE39-4F99-A3C1-DD9D7815D7DB}"/>
          </ac:spMkLst>
        </pc:spChg>
        <pc:spChg chg="add">
          <ac:chgData name="Patricio Ignacio Carrasco Zura" userId="09ca5161-ce19-4477-8d22-a96f7256ff82" providerId="ADAL" clId="{132C4E11-4057-424F-BE3E-50ABFA3DA178}" dt="2026-03-16T14:55:56.562" v="29" actId="26606"/>
          <ac:spMkLst>
            <pc:docMk/>
            <pc:sldMk cId="843586832" sldId="256"/>
            <ac:spMk id="18" creationId="{5E4ECE80-3AD1-450C-B62A-98788F193948}"/>
          </ac:spMkLst>
        </pc:spChg>
        <pc:spChg chg="add">
          <ac:chgData name="Patricio Ignacio Carrasco Zura" userId="09ca5161-ce19-4477-8d22-a96f7256ff82" providerId="ADAL" clId="{132C4E11-4057-424F-BE3E-50ABFA3DA178}" dt="2026-03-16T14:55:56.562" v="29" actId="26606"/>
          <ac:spMkLst>
            <pc:docMk/>
            <pc:sldMk cId="843586832" sldId="256"/>
            <ac:spMk id="20" creationId="{C4056FD6-9767-4B1A-ACC2-9883F6A5B86D}"/>
          </ac:spMkLst>
        </pc:spChg>
        <pc:picChg chg="add del mod">
          <ac:chgData name="Patricio Ignacio Carrasco Zura" userId="09ca5161-ce19-4477-8d22-a96f7256ff82" providerId="ADAL" clId="{132C4E11-4057-424F-BE3E-50ABFA3DA178}" dt="2026-03-16T14:56:24.665" v="72" actId="1076"/>
          <ac:picMkLst>
            <pc:docMk/>
            <pc:sldMk cId="843586832" sldId="256"/>
            <ac:picMk id="4" creationId="{990EA3DA-0B2F-8882-ECE0-49F7AEDD5D18}"/>
          </ac:picMkLst>
        </pc:picChg>
      </pc:sldChg>
      <pc:sldChg chg="addSp modSp new mod">
        <pc:chgData name="Patricio Ignacio Carrasco Zura" userId="09ca5161-ce19-4477-8d22-a96f7256ff82" providerId="ADAL" clId="{132C4E11-4057-424F-BE3E-50ABFA3DA178}" dt="2026-03-16T15:14:12.445" v="536" actId="5793"/>
        <pc:sldMkLst>
          <pc:docMk/>
          <pc:sldMk cId="1660741176" sldId="257"/>
        </pc:sldMkLst>
        <pc:spChg chg="mod">
          <ac:chgData name="Patricio Ignacio Carrasco Zura" userId="09ca5161-ce19-4477-8d22-a96f7256ff82" providerId="ADAL" clId="{132C4E11-4057-424F-BE3E-50ABFA3DA178}" dt="2026-03-16T14:56:39.314" v="95" actId="20577"/>
          <ac:spMkLst>
            <pc:docMk/>
            <pc:sldMk cId="1660741176" sldId="257"/>
            <ac:spMk id="2" creationId="{A3FC59A9-DE6F-4B30-DCA6-F81DEA0EEFAD}"/>
          </ac:spMkLst>
        </pc:spChg>
        <pc:spChg chg="mod">
          <ac:chgData name="Patricio Ignacio Carrasco Zura" userId="09ca5161-ce19-4477-8d22-a96f7256ff82" providerId="ADAL" clId="{132C4E11-4057-424F-BE3E-50ABFA3DA178}" dt="2026-03-16T15:14:12.445" v="536" actId="5793"/>
          <ac:spMkLst>
            <pc:docMk/>
            <pc:sldMk cId="1660741176" sldId="257"/>
            <ac:spMk id="3" creationId="{6F5388F3-AD62-EAF0-78A0-CD1452916318}"/>
          </ac:spMkLst>
        </pc:spChg>
        <pc:spChg chg="add mod">
          <ac:chgData name="Patricio Ignacio Carrasco Zura" userId="09ca5161-ce19-4477-8d22-a96f7256ff82" providerId="ADAL" clId="{132C4E11-4057-424F-BE3E-50ABFA3DA178}" dt="2026-03-16T14:57:25.758" v="177" actId="20577"/>
          <ac:spMkLst>
            <pc:docMk/>
            <pc:sldMk cId="1660741176" sldId="257"/>
            <ac:spMk id="5" creationId="{BBAB4FD6-9ED2-0504-8834-2A5F5223D7AC}"/>
          </ac:spMkLst>
        </pc:spChg>
      </pc:sldChg>
      <pc:sldChg chg="addSp delSp modSp new mod">
        <pc:chgData name="Patricio Ignacio Carrasco Zura" userId="09ca5161-ce19-4477-8d22-a96f7256ff82" providerId="ADAL" clId="{132C4E11-4057-424F-BE3E-50ABFA3DA178}" dt="2026-03-16T14:58:57.240" v="217" actId="20577"/>
        <pc:sldMkLst>
          <pc:docMk/>
          <pc:sldMk cId="2272491339" sldId="258"/>
        </pc:sldMkLst>
        <pc:spChg chg="mod">
          <ac:chgData name="Patricio Ignacio Carrasco Zura" userId="09ca5161-ce19-4477-8d22-a96f7256ff82" providerId="ADAL" clId="{132C4E11-4057-424F-BE3E-50ABFA3DA178}" dt="2026-03-16T14:57:48.332" v="195" actId="20577"/>
          <ac:spMkLst>
            <pc:docMk/>
            <pc:sldMk cId="2272491339" sldId="258"/>
            <ac:spMk id="2" creationId="{FA29FE70-421B-985D-FE0E-B26C34AC4A47}"/>
          </ac:spMkLst>
        </pc:spChg>
        <pc:spChg chg="mod">
          <ac:chgData name="Patricio Ignacio Carrasco Zura" userId="09ca5161-ce19-4477-8d22-a96f7256ff82" providerId="ADAL" clId="{132C4E11-4057-424F-BE3E-50ABFA3DA178}" dt="2026-03-16T14:57:59.061" v="196"/>
          <ac:spMkLst>
            <pc:docMk/>
            <pc:sldMk cId="2272491339" sldId="258"/>
            <ac:spMk id="3" creationId="{1C6E81E9-3199-6224-2C9E-83D6281987C7}"/>
          </ac:spMkLst>
        </pc:spChg>
        <pc:spChg chg="add mod">
          <ac:chgData name="Patricio Ignacio Carrasco Zura" userId="09ca5161-ce19-4477-8d22-a96f7256ff82" providerId="ADAL" clId="{132C4E11-4057-424F-BE3E-50ABFA3DA178}" dt="2026-03-16T14:58:14.948" v="203" actId="20577"/>
          <ac:spMkLst>
            <pc:docMk/>
            <pc:sldMk cId="2272491339" sldId="258"/>
            <ac:spMk id="4" creationId="{FA64A878-95F4-276E-CFE7-B01B5B464BC1}"/>
          </ac:spMkLst>
        </pc:spChg>
        <pc:spChg chg="add del mod">
          <ac:chgData name="Patricio Ignacio Carrasco Zura" userId="09ca5161-ce19-4477-8d22-a96f7256ff82" providerId="ADAL" clId="{132C4E11-4057-424F-BE3E-50ABFA3DA178}" dt="2026-03-16T14:58:32.738" v="206"/>
          <ac:spMkLst>
            <pc:docMk/>
            <pc:sldMk cId="2272491339" sldId="258"/>
            <ac:spMk id="5" creationId="{0A6E6C70-BE6B-628B-A641-165BA595D344}"/>
          </ac:spMkLst>
        </pc:spChg>
        <pc:spChg chg="add mod">
          <ac:chgData name="Patricio Ignacio Carrasco Zura" userId="09ca5161-ce19-4477-8d22-a96f7256ff82" providerId="ADAL" clId="{132C4E11-4057-424F-BE3E-50ABFA3DA178}" dt="2026-03-16T14:58:49.035" v="214" actId="1076"/>
          <ac:spMkLst>
            <pc:docMk/>
            <pc:sldMk cId="2272491339" sldId="258"/>
            <ac:spMk id="7" creationId="{C5359ACC-DC57-D173-F621-71B9C6F09E7A}"/>
          </ac:spMkLst>
        </pc:spChg>
        <pc:spChg chg="add mod">
          <ac:chgData name="Patricio Ignacio Carrasco Zura" userId="09ca5161-ce19-4477-8d22-a96f7256ff82" providerId="ADAL" clId="{132C4E11-4057-424F-BE3E-50ABFA3DA178}" dt="2026-03-16T14:58:57.240" v="217" actId="20577"/>
          <ac:spMkLst>
            <pc:docMk/>
            <pc:sldMk cId="2272491339" sldId="258"/>
            <ac:spMk id="8" creationId="{C515F8F3-9789-D60A-E098-EF1FC70F5B60}"/>
          </ac:spMkLst>
        </pc:spChg>
      </pc:sldChg>
      <pc:sldChg chg="addSp delSp modSp new mod">
        <pc:chgData name="Patricio Ignacio Carrasco Zura" userId="09ca5161-ce19-4477-8d22-a96f7256ff82" providerId="ADAL" clId="{132C4E11-4057-424F-BE3E-50ABFA3DA178}" dt="2026-03-16T14:59:42.250" v="230"/>
        <pc:sldMkLst>
          <pc:docMk/>
          <pc:sldMk cId="1713778459" sldId="259"/>
        </pc:sldMkLst>
        <pc:spChg chg="mod">
          <ac:chgData name="Patricio Ignacio Carrasco Zura" userId="09ca5161-ce19-4477-8d22-a96f7256ff82" providerId="ADAL" clId="{132C4E11-4057-424F-BE3E-50ABFA3DA178}" dt="2026-03-16T14:59:42.250" v="230"/>
          <ac:spMkLst>
            <pc:docMk/>
            <pc:sldMk cId="1713778459" sldId="259"/>
            <ac:spMk id="2" creationId="{4B7E8B60-BE2C-4E02-A5D7-14C68069F2A3}"/>
          </ac:spMkLst>
        </pc:spChg>
        <pc:spChg chg="add del mod">
          <ac:chgData name="Patricio Ignacio Carrasco Zura" userId="09ca5161-ce19-4477-8d22-a96f7256ff82" providerId="ADAL" clId="{132C4E11-4057-424F-BE3E-50ABFA3DA178}" dt="2026-03-16T14:59:34.131" v="229" actId="27636"/>
          <ac:spMkLst>
            <pc:docMk/>
            <pc:sldMk cId="1713778459" sldId="259"/>
            <ac:spMk id="3" creationId="{E48883C5-028F-D14A-A742-2489DBAF533E}"/>
          </ac:spMkLst>
        </pc:spChg>
        <pc:spChg chg="add mod">
          <ac:chgData name="Patricio Ignacio Carrasco Zura" userId="09ca5161-ce19-4477-8d22-a96f7256ff82" providerId="ADAL" clId="{132C4E11-4057-424F-BE3E-50ABFA3DA178}" dt="2026-03-16T14:59:11.063" v="220"/>
          <ac:spMkLst>
            <pc:docMk/>
            <pc:sldMk cId="1713778459" sldId="259"/>
            <ac:spMk id="4" creationId="{460BCDD4-C942-6EE3-5C5C-32FFA78A88BF}"/>
          </ac:spMkLst>
        </pc:spChg>
      </pc:sldChg>
      <pc:sldChg chg="modSp new mod">
        <pc:chgData name="Patricio Ignacio Carrasco Zura" userId="09ca5161-ce19-4477-8d22-a96f7256ff82" providerId="ADAL" clId="{132C4E11-4057-424F-BE3E-50ABFA3DA178}" dt="2026-03-16T14:59:58.859" v="260" actId="27636"/>
        <pc:sldMkLst>
          <pc:docMk/>
          <pc:sldMk cId="4101438430" sldId="260"/>
        </pc:sldMkLst>
        <pc:spChg chg="mod">
          <ac:chgData name="Patricio Ignacio Carrasco Zura" userId="09ca5161-ce19-4477-8d22-a96f7256ff82" providerId="ADAL" clId="{132C4E11-4057-424F-BE3E-50ABFA3DA178}" dt="2026-03-16T14:59:57.602" v="258" actId="20577"/>
          <ac:spMkLst>
            <pc:docMk/>
            <pc:sldMk cId="4101438430" sldId="260"/>
            <ac:spMk id="2" creationId="{EE86B341-2654-784F-AF47-E4ACA7370B5F}"/>
          </ac:spMkLst>
        </pc:spChg>
        <pc:spChg chg="mod">
          <ac:chgData name="Patricio Ignacio Carrasco Zura" userId="09ca5161-ce19-4477-8d22-a96f7256ff82" providerId="ADAL" clId="{132C4E11-4057-424F-BE3E-50ABFA3DA178}" dt="2026-03-16T14:59:58.859" v="260" actId="27636"/>
          <ac:spMkLst>
            <pc:docMk/>
            <pc:sldMk cId="4101438430" sldId="260"/>
            <ac:spMk id="3" creationId="{D0ED02C6-2B6A-E900-1B75-6C9C2F3B250D}"/>
          </ac:spMkLst>
        </pc:spChg>
      </pc:sldChg>
      <pc:sldChg chg="addSp modSp new mod">
        <pc:chgData name="Patricio Ignacio Carrasco Zura" userId="09ca5161-ce19-4477-8d22-a96f7256ff82" providerId="ADAL" clId="{132C4E11-4057-424F-BE3E-50ABFA3DA178}" dt="2026-03-16T15:02:02.388" v="275" actId="27636"/>
        <pc:sldMkLst>
          <pc:docMk/>
          <pc:sldMk cId="681296356" sldId="261"/>
        </pc:sldMkLst>
        <pc:spChg chg="mod">
          <ac:chgData name="Patricio Ignacio Carrasco Zura" userId="09ca5161-ce19-4477-8d22-a96f7256ff82" providerId="ADAL" clId="{132C4E11-4057-424F-BE3E-50ABFA3DA178}" dt="2026-03-16T15:02:02.388" v="275" actId="27636"/>
          <ac:spMkLst>
            <pc:docMk/>
            <pc:sldMk cId="681296356" sldId="261"/>
            <ac:spMk id="2" creationId="{5A29A3EA-80D9-D210-D5BB-14E2D2DA0582}"/>
          </ac:spMkLst>
        </pc:spChg>
        <pc:spChg chg="mod">
          <ac:chgData name="Patricio Ignacio Carrasco Zura" userId="09ca5161-ce19-4477-8d22-a96f7256ff82" providerId="ADAL" clId="{132C4E11-4057-424F-BE3E-50ABFA3DA178}" dt="2026-03-16T15:01:59.668" v="271" actId="20577"/>
          <ac:spMkLst>
            <pc:docMk/>
            <pc:sldMk cId="681296356" sldId="261"/>
            <ac:spMk id="3" creationId="{053E823F-F1C2-F3AB-614D-6DA600F77A6D}"/>
          </ac:spMkLst>
        </pc:spChg>
        <pc:spChg chg="add mod">
          <ac:chgData name="Patricio Ignacio Carrasco Zura" userId="09ca5161-ce19-4477-8d22-a96f7256ff82" providerId="ADAL" clId="{132C4E11-4057-424F-BE3E-50ABFA3DA178}" dt="2026-03-16T15:01:39.182" v="268" actId="207"/>
          <ac:spMkLst>
            <pc:docMk/>
            <pc:sldMk cId="681296356" sldId="261"/>
            <ac:spMk id="5" creationId="{EBC3E33E-4196-DCF0-4B9F-20408DF14D28}"/>
          </ac:spMkLst>
        </pc:spChg>
      </pc:sldChg>
      <pc:sldChg chg="addSp modSp new mod">
        <pc:chgData name="Patricio Ignacio Carrasco Zura" userId="09ca5161-ce19-4477-8d22-a96f7256ff82" providerId="ADAL" clId="{132C4E11-4057-424F-BE3E-50ABFA3DA178}" dt="2026-03-16T15:02:42.454" v="284" actId="20577"/>
        <pc:sldMkLst>
          <pc:docMk/>
          <pc:sldMk cId="3072249436" sldId="262"/>
        </pc:sldMkLst>
        <pc:spChg chg="mod">
          <ac:chgData name="Patricio Ignacio Carrasco Zura" userId="09ca5161-ce19-4477-8d22-a96f7256ff82" providerId="ADAL" clId="{132C4E11-4057-424F-BE3E-50ABFA3DA178}" dt="2026-03-16T15:01:55.121" v="270"/>
          <ac:spMkLst>
            <pc:docMk/>
            <pc:sldMk cId="3072249436" sldId="262"/>
            <ac:spMk id="2" creationId="{78C31271-CB04-7FA8-8DA5-93E555EE1776}"/>
          </ac:spMkLst>
        </pc:spChg>
        <pc:spChg chg="mod">
          <ac:chgData name="Patricio Ignacio Carrasco Zura" userId="09ca5161-ce19-4477-8d22-a96f7256ff82" providerId="ADAL" clId="{132C4E11-4057-424F-BE3E-50ABFA3DA178}" dt="2026-03-16T15:02:15.315" v="280" actId="5793"/>
          <ac:spMkLst>
            <pc:docMk/>
            <pc:sldMk cId="3072249436" sldId="262"/>
            <ac:spMk id="3" creationId="{7BE70E30-7389-B00D-E468-8ED974468D37}"/>
          </ac:spMkLst>
        </pc:spChg>
        <pc:spChg chg="add mod">
          <ac:chgData name="Patricio Ignacio Carrasco Zura" userId="09ca5161-ce19-4477-8d22-a96f7256ff82" providerId="ADAL" clId="{132C4E11-4057-424F-BE3E-50ABFA3DA178}" dt="2026-03-16T15:02:42.454" v="284" actId="20577"/>
          <ac:spMkLst>
            <pc:docMk/>
            <pc:sldMk cId="3072249436" sldId="262"/>
            <ac:spMk id="5" creationId="{37649616-074A-689B-FDC1-2E89C6D46ED8}"/>
          </ac:spMkLst>
        </pc:spChg>
      </pc:sldChg>
      <pc:sldChg chg="addSp delSp modSp new mod ord setBg">
        <pc:chgData name="Patricio Ignacio Carrasco Zura" userId="09ca5161-ce19-4477-8d22-a96f7256ff82" providerId="ADAL" clId="{132C4E11-4057-424F-BE3E-50ABFA3DA178}" dt="2026-03-16T15:03:34.180" v="305"/>
        <pc:sldMkLst>
          <pc:docMk/>
          <pc:sldMk cId="266355918" sldId="263"/>
        </pc:sldMkLst>
        <pc:spChg chg="mod">
          <ac:chgData name="Patricio Ignacio Carrasco Zura" userId="09ca5161-ce19-4477-8d22-a96f7256ff82" providerId="ADAL" clId="{132C4E11-4057-424F-BE3E-50ABFA3DA178}" dt="2026-03-16T15:03:18.244" v="301" actId="26606"/>
          <ac:spMkLst>
            <pc:docMk/>
            <pc:sldMk cId="266355918" sldId="263"/>
            <ac:spMk id="2" creationId="{4D560EE9-FFF7-F177-1304-56196EBBAC03}"/>
          </ac:spMkLst>
        </pc:spChg>
        <pc:spChg chg="del">
          <ac:chgData name="Patricio Ignacio Carrasco Zura" userId="09ca5161-ce19-4477-8d22-a96f7256ff82" providerId="ADAL" clId="{132C4E11-4057-424F-BE3E-50ABFA3DA178}" dt="2026-03-16T15:03:11.256" v="300"/>
          <ac:spMkLst>
            <pc:docMk/>
            <pc:sldMk cId="266355918" sldId="263"/>
            <ac:spMk id="3" creationId="{4F8FFA77-DBC7-EEA1-C55C-2F28B2BFC851}"/>
          </ac:spMkLst>
        </pc:spChg>
        <pc:spChg chg="add mod">
          <ac:chgData name="Patricio Ignacio Carrasco Zura" userId="09ca5161-ce19-4477-8d22-a96f7256ff82" providerId="ADAL" clId="{132C4E11-4057-424F-BE3E-50ABFA3DA178}" dt="2026-03-16T15:03:30.416" v="303" actId="14100"/>
          <ac:spMkLst>
            <pc:docMk/>
            <pc:sldMk cId="266355918" sldId="263"/>
            <ac:spMk id="5" creationId="{098FBE30-9E00-B96C-CA7F-CE03F1C6F103}"/>
          </ac:spMkLst>
        </pc:spChg>
        <pc:spChg chg="add del">
          <ac:chgData name="Patricio Ignacio Carrasco Zura" userId="09ca5161-ce19-4477-8d22-a96f7256ff82" providerId="ADAL" clId="{132C4E11-4057-424F-BE3E-50ABFA3DA178}" dt="2026-03-16T15:03:28.061" v="302"/>
          <ac:spMkLst>
            <pc:docMk/>
            <pc:sldMk cId="266355918" sldId="263"/>
            <ac:spMk id="8" creationId="{27DD89D8-0160-D0B6-35B1-DF1C933681D7}"/>
          </ac:spMkLst>
        </pc:spChg>
        <pc:spChg chg="add">
          <ac:chgData name="Patricio Ignacio Carrasco Zura" userId="09ca5161-ce19-4477-8d22-a96f7256ff82" providerId="ADAL" clId="{132C4E11-4057-424F-BE3E-50ABFA3DA178}" dt="2026-03-16T15:03:18.244" v="301" actId="26606"/>
          <ac:spMkLst>
            <pc:docMk/>
            <pc:sldMk cId="266355918" sldId="263"/>
            <ac:spMk id="11" creationId="{8651CFA9-6065-4243-AC48-858E359780B1}"/>
          </ac:spMkLst>
        </pc:spChg>
        <pc:spChg chg="add">
          <ac:chgData name="Patricio Ignacio Carrasco Zura" userId="09ca5161-ce19-4477-8d22-a96f7256ff82" providerId="ADAL" clId="{132C4E11-4057-424F-BE3E-50ABFA3DA178}" dt="2026-03-16T15:03:18.244" v="301" actId="26606"/>
          <ac:spMkLst>
            <pc:docMk/>
            <pc:sldMk cId="266355918" sldId="263"/>
            <ac:spMk id="13" creationId="{5A8C81AE-8F0D-49F3-9FB4-334B0DCDF195}"/>
          </ac:spMkLst>
        </pc:spChg>
        <pc:picChg chg="add mod">
          <ac:chgData name="Patricio Ignacio Carrasco Zura" userId="09ca5161-ce19-4477-8d22-a96f7256ff82" providerId="ADAL" clId="{132C4E11-4057-424F-BE3E-50ABFA3DA178}" dt="2026-03-16T15:03:18.244" v="301" actId="26606"/>
          <ac:picMkLst>
            <pc:docMk/>
            <pc:sldMk cId="266355918" sldId="263"/>
            <ac:picMk id="4" creationId="{852463B0-F513-2433-CBA3-C74F3A5800DC}"/>
          </ac:picMkLst>
        </pc:picChg>
        <pc:picChg chg="add">
          <ac:chgData name="Patricio Ignacio Carrasco Zura" userId="09ca5161-ce19-4477-8d22-a96f7256ff82" providerId="ADAL" clId="{132C4E11-4057-424F-BE3E-50ABFA3DA178}" dt="2026-03-16T15:03:18.244" v="301" actId="26606"/>
          <ac:picMkLst>
            <pc:docMk/>
            <pc:sldMk cId="266355918" sldId="263"/>
            <ac:picMk id="15" creationId="{29DA4B2B-B54E-43B4-A1A4-EB704F7F3D41}"/>
          </ac:picMkLst>
        </pc:picChg>
        <pc:picChg chg="add">
          <ac:chgData name="Patricio Ignacio Carrasco Zura" userId="09ca5161-ce19-4477-8d22-a96f7256ff82" providerId="ADAL" clId="{132C4E11-4057-424F-BE3E-50ABFA3DA178}" dt="2026-03-16T15:03:18.244" v="301" actId="26606"/>
          <ac:picMkLst>
            <pc:docMk/>
            <pc:sldMk cId="266355918" sldId="263"/>
            <ac:picMk id="17" creationId="{1C32610F-5445-4E12-87F6-F0591ABE7AD1}"/>
          </ac:picMkLst>
        </pc:picChg>
      </pc:sldChg>
      <pc:sldChg chg="modSp new mod">
        <pc:chgData name="Patricio Ignacio Carrasco Zura" userId="09ca5161-ce19-4477-8d22-a96f7256ff82" providerId="ADAL" clId="{132C4E11-4057-424F-BE3E-50ABFA3DA178}" dt="2026-03-16T15:04:16.577" v="356" actId="20577"/>
        <pc:sldMkLst>
          <pc:docMk/>
          <pc:sldMk cId="2950962361" sldId="264"/>
        </pc:sldMkLst>
        <pc:spChg chg="mod">
          <ac:chgData name="Patricio Ignacio Carrasco Zura" userId="09ca5161-ce19-4477-8d22-a96f7256ff82" providerId="ADAL" clId="{132C4E11-4057-424F-BE3E-50ABFA3DA178}" dt="2026-03-16T15:03:53.697" v="327" actId="20577"/>
          <ac:spMkLst>
            <pc:docMk/>
            <pc:sldMk cId="2950962361" sldId="264"/>
            <ac:spMk id="2" creationId="{82B17A52-5656-EC06-1B09-CE60F893C44B}"/>
          </ac:spMkLst>
        </pc:spChg>
        <pc:spChg chg="mod">
          <ac:chgData name="Patricio Ignacio Carrasco Zura" userId="09ca5161-ce19-4477-8d22-a96f7256ff82" providerId="ADAL" clId="{132C4E11-4057-424F-BE3E-50ABFA3DA178}" dt="2026-03-16T15:04:16.577" v="356" actId="20577"/>
          <ac:spMkLst>
            <pc:docMk/>
            <pc:sldMk cId="2950962361" sldId="264"/>
            <ac:spMk id="3" creationId="{F29BEDA8-6EEF-6B89-83C2-477A01037D17}"/>
          </ac:spMkLst>
        </pc:spChg>
      </pc:sldChg>
      <pc:sldChg chg="delSp modSp new mod">
        <pc:chgData name="Patricio Ignacio Carrasco Zura" userId="09ca5161-ce19-4477-8d22-a96f7256ff82" providerId="ADAL" clId="{132C4E11-4057-424F-BE3E-50ABFA3DA178}" dt="2026-03-16T15:04:51.841" v="360" actId="1076"/>
        <pc:sldMkLst>
          <pc:docMk/>
          <pc:sldMk cId="2797372769" sldId="265"/>
        </pc:sldMkLst>
        <pc:spChg chg="del">
          <ac:chgData name="Patricio Ignacio Carrasco Zura" userId="09ca5161-ce19-4477-8d22-a96f7256ff82" providerId="ADAL" clId="{132C4E11-4057-424F-BE3E-50ABFA3DA178}" dt="2026-03-16T15:04:48.149" v="358" actId="478"/>
          <ac:spMkLst>
            <pc:docMk/>
            <pc:sldMk cId="2797372769" sldId="265"/>
            <ac:spMk id="2" creationId="{A81BA07C-6D39-8EA1-0676-EF3E8242F171}"/>
          </ac:spMkLst>
        </pc:spChg>
        <pc:spChg chg="mod">
          <ac:chgData name="Patricio Ignacio Carrasco Zura" userId="09ca5161-ce19-4477-8d22-a96f7256ff82" providerId="ADAL" clId="{132C4E11-4057-424F-BE3E-50ABFA3DA178}" dt="2026-03-16T15:04:51.841" v="360" actId="1076"/>
          <ac:spMkLst>
            <pc:docMk/>
            <pc:sldMk cId="2797372769" sldId="265"/>
            <ac:spMk id="3" creationId="{A6DC4F58-6481-753F-29F5-5BB7ACAD8F0C}"/>
          </ac:spMkLst>
        </pc:spChg>
      </pc:sldChg>
      <pc:sldChg chg="delSp modSp new mod">
        <pc:chgData name="Patricio Ignacio Carrasco Zura" userId="09ca5161-ce19-4477-8d22-a96f7256ff82" providerId="ADAL" clId="{132C4E11-4057-424F-BE3E-50ABFA3DA178}" dt="2026-03-16T15:05:06.746" v="364" actId="1076"/>
        <pc:sldMkLst>
          <pc:docMk/>
          <pc:sldMk cId="724200285" sldId="266"/>
        </pc:sldMkLst>
        <pc:spChg chg="del">
          <ac:chgData name="Patricio Ignacio Carrasco Zura" userId="09ca5161-ce19-4477-8d22-a96f7256ff82" providerId="ADAL" clId="{132C4E11-4057-424F-BE3E-50ABFA3DA178}" dt="2026-03-16T15:05:04.239" v="362" actId="478"/>
          <ac:spMkLst>
            <pc:docMk/>
            <pc:sldMk cId="724200285" sldId="266"/>
            <ac:spMk id="2" creationId="{6DD8A4DB-F4C6-66C9-5741-F11C60EBC4C0}"/>
          </ac:spMkLst>
        </pc:spChg>
        <pc:spChg chg="mod">
          <ac:chgData name="Patricio Ignacio Carrasco Zura" userId="09ca5161-ce19-4477-8d22-a96f7256ff82" providerId="ADAL" clId="{132C4E11-4057-424F-BE3E-50ABFA3DA178}" dt="2026-03-16T15:05:06.746" v="364" actId="1076"/>
          <ac:spMkLst>
            <pc:docMk/>
            <pc:sldMk cId="724200285" sldId="266"/>
            <ac:spMk id="3" creationId="{67B6AE7E-1403-5E0A-0E1F-EEE455F81049}"/>
          </ac:spMkLst>
        </pc:spChg>
      </pc:sldChg>
      <pc:sldChg chg="modSp new mod">
        <pc:chgData name="Patricio Ignacio Carrasco Zura" userId="09ca5161-ce19-4477-8d22-a96f7256ff82" providerId="ADAL" clId="{132C4E11-4057-424F-BE3E-50ABFA3DA178}" dt="2026-03-16T15:05:39.040" v="372" actId="1076"/>
        <pc:sldMkLst>
          <pc:docMk/>
          <pc:sldMk cId="830897611" sldId="267"/>
        </pc:sldMkLst>
        <pc:spChg chg="mod">
          <ac:chgData name="Patricio Ignacio Carrasco Zura" userId="09ca5161-ce19-4477-8d22-a96f7256ff82" providerId="ADAL" clId="{132C4E11-4057-424F-BE3E-50ABFA3DA178}" dt="2026-03-16T15:05:39.040" v="372" actId="1076"/>
          <ac:spMkLst>
            <pc:docMk/>
            <pc:sldMk cId="830897611" sldId="267"/>
            <ac:spMk id="2" creationId="{D1D61949-9068-991E-AA15-29646788C95A}"/>
          </ac:spMkLst>
        </pc:spChg>
        <pc:spChg chg="mod">
          <ac:chgData name="Patricio Ignacio Carrasco Zura" userId="09ca5161-ce19-4477-8d22-a96f7256ff82" providerId="ADAL" clId="{132C4E11-4057-424F-BE3E-50ABFA3DA178}" dt="2026-03-16T15:05:35.509" v="369" actId="27636"/>
          <ac:spMkLst>
            <pc:docMk/>
            <pc:sldMk cId="830897611" sldId="267"/>
            <ac:spMk id="3" creationId="{C43AD6B5-94A8-961C-3F2E-422240D5A309}"/>
          </ac:spMkLst>
        </pc:spChg>
      </pc:sldChg>
      <pc:sldChg chg="modSp new mod">
        <pc:chgData name="Patricio Ignacio Carrasco Zura" userId="09ca5161-ce19-4477-8d22-a96f7256ff82" providerId="ADAL" clId="{132C4E11-4057-424F-BE3E-50ABFA3DA178}" dt="2026-03-16T15:07:50.283" v="387"/>
        <pc:sldMkLst>
          <pc:docMk/>
          <pc:sldMk cId="3938942937" sldId="268"/>
        </pc:sldMkLst>
        <pc:spChg chg="mod">
          <ac:chgData name="Patricio Ignacio Carrasco Zura" userId="09ca5161-ce19-4477-8d22-a96f7256ff82" providerId="ADAL" clId="{132C4E11-4057-424F-BE3E-50ABFA3DA178}" dt="2026-03-16T15:07:27.467" v="377" actId="20577"/>
          <ac:spMkLst>
            <pc:docMk/>
            <pc:sldMk cId="3938942937" sldId="268"/>
            <ac:spMk id="2" creationId="{DE01A03F-7B84-6513-3DFF-58562C48DE4A}"/>
          </ac:spMkLst>
        </pc:spChg>
        <pc:spChg chg="mod">
          <ac:chgData name="Patricio Ignacio Carrasco Zura" userId="09ca5161-ce19-4477-8d22-a96f7256ff82" providerId="ADAL" clId="{132C4E11-4057-424F-BE3E-50ABFA3DA178}" dt="2026-03-16T15:07:50.283" v="387"/>
          <ac:spMkLst>
            <pc:docMk/>
            <pc:sldMk cId="3938942937" sldId="268"/>
            <ac:spMk id="3" creationId="{848CA03D-6C8C-B588-AE65-0860B76BD2AB}"/>
          </ac:spMkLst>
        </pc:spChg>
      </pc:sldChg>
      <pc:sldChg chg="addSp modSp new mod">
        <pc:chgData name="Patricio Ignacio Carrasco Zura" userId="09ca5161-ce19-4477-8d22-a96f7256ff82" providerId="ADAL" clId="{132C4E11-4057-424F-BE3E-50ABFA3DA178}" dt="2026-03-16T15:08:27.107" v="395" actId="207"/>
        <pc:sldMkLst>
          <pc:docMk/>
          <pc:sldMk cId="3300364123" sldId="269"/>
        </pc:sldMkLst>
        <pc:spChg chg="mod">
          <ac:chgData name="Patricio Ignacio Carrasco Zura" userId="09ca5161-ce19-4477-8d22-a96f7256ff82" providerId="ADAL" clId="{132C4E11-4057-424F-BE3E-50ABFA3DA178}" dt="2026-03-16T15:08:04.606" v="389"/>
          <ac:spMkLst>
            <pc:docMk/>
            <pc:sldMk cId="3300364123" sldId="269"/>
            <ac:spMk id="2" creationId="{9B9BED99-07DC-3944-4720-0F15EB847819}"/>
          </ac:spMkLst>
        </pc:spChg>
        <pc:spChg chg="mod">
          <ac:chgData name="Patricio Ignacio Carrasco Zura" userId="09ca5161-ce19-4477-8d22-a96f7256ff82" providerId="ADAL" clId="{132C4E11-4057-424F-BE3E-50ABFA3DA178}" dt="2026-03-16T15:08:15.306" v="392" actId="404"/>
          <ac:spMkLst>
            <pc:docMk/>
            <pc:sldMk cId="3300364123" sldId="269"/>
            <ac:spMk id="3" creationId="{BE438E80-E974-1814-F79F-F8D125640C3C}"/>
          </ac:spMkLst>
        </pc:spChg>
        <pc:spChg chg="add mod">
          <ac:chgData name="Patricio Ignacio Carrasco Zura" userId="09ca5161-ce19-4477-8d22-a96f7256ff82" providerId="ADAL" clId="{132C4E11-4057-424F-BE3E-50ABFA3DA178}" dt="2026-03-16T15:08:27.107" v="395" actId="207"/>
          <ac:spMkLst>
            <pc:docMk/>
            <pc:sldMk cId="3300364123" sldId="269"/>
            <ac:spMk id="5" creationId="{DAFD6DA5-9534-6F8D-1709-AB5D81E180E4}"/>
          </ac:spMkLst>
        </pc:spChg>
      </pc:sldChg>
      <pc:sldChg chg="modSp new mod">
        <pc:chgData name="Patricio Ignacio Carrasco Zura" userId="09ca5161-ce19-4477-8d22-a96f7256ff82" providerId="ADAL" clId="{132C4E11-4057-424F-BE3E-50ABFA3DA178}" dt="2026-03-16T15:09:08.970" v="409" actId="20577"/>
        <pc:sldMkLst>
          <pc:docMk/>
          <pc:sldMk cId="3363171849" sldId="270"/>
        </pc:sldMkLst>
        <pc:spChg chg="mod">
          <ac:chgData name="Patricio Ignacio Carrasco Zura" userId="09ca5161-ce19-4477-8d22-a96f7256ff82" providerId="ADAL" clId="{132C4E11-4057-424F-BE3E-50ABFA3DA178}" dt="2026-03-16T15:08:38.656" v="397"/>
          <ac:spMkLst>
            <pc:docMk/>
            <pc:sldMk cId="3363171849" sldId="270"/>
            <ac:spMk id="2" creationId="{F489E7C5-8F6F-8C6C-8254-0E13A77925C0}"/>
          </ac:spMkLst>
        </pc:spChg>
        <pc:spChg chg="mod">
          <ac:chgData name="Patricio Ignacio Carrasco Zura" userId="09ca5161-ce19-4477-8d22-a96f7256ff82" providerId="ADAL" clId="{132C4E11-4057-424F-BE3E-50ABFA3DA178}" dt="2026-03-16T15:09:08.970" v="409" actId="20577"/>
          <ac:spMkLst>
            <pc:docMk/>
            <pc:sldMk cId="3363171849" sldId="270"/>
            <ac:spMk id="3" creationId="{4D21AEF0-E51D-ED74-7A60-33BA6DBB5A39}"/>
          </ac:spMkLst>
        </pc:spChg>
      </pc:sldChg>
      <pc:sldChg chg="addSp modSp new mod">
        <pc:chgData name="Patricio Ignacio Carrasco Zura" userId="09ca5161-ce19-4477-8d22-a96f7256ff82" providerId="ADAL" clId="{132C4E11-4057-424F-BE3E-50ABFA3DA178}" dt="2026-03-16T15:09:27.041" v="415" actId="207"/>
        <pc:sldMkLst>
          <pc:docMk/>
          <pc:sldMk cId="2792718833" sldId="271"/>
        </pc:sldMkLst>
        <pc:spChg chg="mod">
          <ac:chgData name="Patricio Ignacio Carrasco Zura" userId="09ca5161-ce19-4477-8d22-a96f7256ff82" providerId="ADAL" clId="{132C4E11-4057-424F-BE3E-50ABFA3DA178}" dt="2026-03-16T15:09:11.804" v="411"/>
          <ac:spMkLst>
            <pc:docMk/>
            <pc:sldMk cId="2792718833" sldId="271"/>
            <ac:spMk id="2" creationId="{35BEBCFF-93CE-DCD3-2B59-640796B21233}"/>
          </ac:spMkLst>
        </pc:spChg>
        <pc:spChg chg="mod">
          <ac:chgData name="Patricio Ignacio Carrasco Zura" userId="09ca5161-ce19-4477-8d22-a96f7256ff82" providerId="ADAL" clId="{132C4E11-4057-424F-BE3E-50ABFA3DA178}" dt="2026-03-16T15:09:22.465" v="413" actId="404"/>
          <ac:spMkLst>
            <pc:docMk/>
            <pc:sldMk cId="2792718833" sldId="271"/>
            <ac:spMk id="3" creationId="{B91E7D8D-3D19-3C89-612C-76577510B9A0}"/>
          </ac:spMkLst>
        </pc:spChg>
        <pc:graphicFrameChg chg="add mod modGraphic">
          <ac:chgData name="Patricio Ignacio Carrasco Zura" userId="09ca5161-ce19-4477-8d22-a96f7256ff82" providerId="ADAL" clId="{132C4E11-4057-424F-BE3E-50ABFA3DA178}" dt="2026-03-16T15:09:27.041" v="415" actId="207"/>
          <ac:graphicFrameMkLst>
            <pc:docMk/>
            <pc:sldMk cId="2792718833" sldId="271"/>
            <ac:graphicFrameMk id="4" creationId="{1EA340A1-BE18-B92B-861A-161FA1243559}"/>
          </ac:graphicFrameMkLst>
        </pc:graphicFrameChg>
      </pc:sldChg>
      <pc:sldChg chg="modSp new mod">
        <pc:chgData name="Patricio Ignacio Carrasco Zura" userId="09ca5161-ce19-4477-8d22-a96f7256ff82" providerId="ADAL" clId="{132C4E11-4057-424F-BE3E-50ABFA3DA178}" dt="2026-03-16T15:10:01.098" v="442" actId="404"/>
        <pc:sldMkLst>
          <pc:docMk/>
          <pc:sldMk cId="3531738695" sldId="272"/>
        </pc:sldMkLst>
        <pc:spChg chg="mod">
          <ac:chgData name="Patricio Ignacio Carrasco Zura" userId="09ca5161-ce19-4477-8d22-a96f7256ff82" providerId="ADAL" clId="{132C4E11-4057-424F-BE3E-50ABFA3DA178}" dt="2026-03-16T15:09:38.175" v="433" actId="20577"/>
          <ac:spMkLst>
            <pc:docMk/>
            <pc:sldMk cId="3531738695" sldId="272"/>
            <ac:spMk id="2" creationId="{ED8933CA-B06E-F4EA-6C74-874A704FA09D}"/>
          </ac:spMkLst>
        </pc:spChg>
        <pc:spChg chg="mod">
          <ac:chgData name="Patricio Ignacio Carrasco Zura" userId="09ca5161-ce19-4477-8d22-a96f7256ff82" providerId="ADAL" clId="{132C4E11-4057-424F-BE3E-50ABFA3DA178}" dt="2026-03-16T15:10:01.098" v="442" actId="404"/>
          <ac:spMkLst>
            <pc:docMk/>
            <pc:sldMk cId="3531738695" sldId="272"/>
            <ac:spMk id="3" creationId="{C1138167-16D2-389E-6EBC-EA4B1A037365}"/>
          </ac:spMkLst>
        </pc:spChg>
      </pc:sldChg>
      <pc:sldChg chg="modSp new mod">
        <pc:chgData name="Patricio Ignacio Carrasco Zura" userId="09ca5161-ce19-4477-8d22-a96f7256ff82" providerId="ADAL" clId="{132C4E11-4057-424F-BE3E-50ABFA3DA178}" dt="2026-03-16T15:10:13.485" v="458" actId="27636"/>
        <pc:sldMkLst>
          <pc:docMk/>
          <pc:sldMk cId="2476897239" sldId="273"/>
        </pc:sldMkLst>
        <pc:spChg chg="mod">
          <ac:chgData name="Patricio Ignacio Carrasco Zura" userId="09ca5161-ce19-4477-8d22-a96f7256ff82" providerId="ADAL" clId="{132C4E11-4057-424F-BE3E-50ABFA3DA178}" dt="2026-03-16T15:10:12.960" v="456" actId="313"/>
          <ac:spMkLst>
            <pc:docMk/>
            <pc:sldMk cId="2476897239" sldId="273"/>
            <ac:spMk id="2" creationId="{8A899618-A3C4-16B9-679E-FB74E934C793}"/>
          </ac:spMkLst>
        </pc:spChg>
        <pc:spChg chg="mod">
          <ac:chgData name="Patricio Ignacio Carrasco Zura" userId="09ca5161-ce19-4477-8d22-a96f7256ff82" providerId="ADAL" clId="{132C4E11-4057-424F-BE3E-50ABFA3DA178}" dt="2026-03-16T15:10:13.485" v="458" actId="27636"/>
          <ac:spMkLst>
            <pc:docMk/>
            <pc:sldMk cId="2476897239" sldId="273"/>
            <ac:spMk id="3" creationId="{E868A462-6EA4-2121-70A3-57E891655915}"/>
          </ac:spMkLst>
        </pc:spChg>
      </pc:sldChg>
      <pc:sldChg chg="modSp new mod">
        <pc:chgData name="Patricio Ignacio Carrasco Zura" userId="09ca5161-ce19-4477-8d22-a96f7256ff82" providerId="ADAL" clId="{132C4E11-4057-424F-BE3E-50ABFA3DA178}" dt="2026-03-16T15:11:19.472" v="467" actId="20577"/>
        <pc:sldMkLst>
          <pc:docMk/>
          <pc:sldMk cId="517227596" sldId="274"/>
        </pc:sldMkLst>
        <pc:spChg chg="mod">
          <ac:chgData name="Patricio Ignacio Carrasco Zura" userId="09ca5161-ce19-4477-8d22-a96f7256ff82" providerId="ADAL" clId="{132C4E11-4057-424F-BE3E-50ABFA3DA178}" dt="2026-03-16T15:11:02.286" v="460"/>
          <ac:spMkLst>
            <pc:docMk/>
            <pc:sldMk cId="517227596" sldId="274"/>
            <ac:spMk id="2" creationId="{6BE62B50-500E-D9AE-F1B4-FFBCCAD0159C}"/>
          </ac:spMkLst>
        </pc:spChg>
        <pc:spChg chg="mod">
          <ac:chgData name="Patricio Ignacio Carrasco Zura" userId="09ca5161-ce19-4477-8d22-a96f7256ff82" providerId="ADAL" clId="{132C4E11-4057-424F-BE3E-50ABFA3DA178}" dt="2026-03-16T15:11:19.472" v="467" actId="20577"/>
          <ac:spMkLst>
            <pc:docMk/>
            <pc:sldMk cId="517227596" sldId="274"/>
            <ac:spMk id="3" creationId="{9F1676FC-7310-9CEC-E1EC-C7AF128E14CA}"/>
          </ac:spMkLst>
        </pc:spChg>
      </pc:sldChg>
      <pc:sldChg chg="modSp new">
        <pc:chgData name="Patricio Ignacio Carrasco Zura" userId="09ca5161-ce19-4477-8d22-a96f7256ff82" providerId="ADAL" clId="{132C4E11-4057-424F-BE3E-50ABFA3DA178}" dt="2026-03-16T15:11:55.120" v="470"/>
        <pc:sldMkLst>
          <pc:docMk/>
          <pc:sldMk cId="1620527181" sldId="275"/>
        </pc:sldMkLst>
        <pc:spChg chg="mod">
          <ac:chgData name="Patricio Ignacio Carrasco Zura" userId="09ca5161-ce19-4477-8d22-a96f7256ff82" providerId="ADAL" clId="{132C4E11-4057-424F-BE3E-50ABFA3DA178}" dt="2026-03-16T15:11:39.798" v="469"/>
          <ac:spMkLst>
            <pc:docMk/>
            <pc:sldMk cId="1620527181" sldId="275"/>
            <ac:spMk id="2" creationId="{81909483-7F02-E3BE-59CF-CC6C0B7E22F5}"/>
          </ac:spMkLst>
        </pc:spChg>
        <pc:spChg chg="mod">
          <ac:chgData name="Patricio Ignacio Carrasco Zura" userId="09ca5161-ce19-4477-8d22-a96f7256ff82" providerId="ADAL" clId="{132C4E11-4057-424F-BE3E-50ABFA3DA178}" dt="2026-03-16T15:11:55.120" v="470"/>
          <ac:spMkLst>
            <pc:docMk/>
            <pc:sldMk cId="1620527181" sldId="275"/>
            <ac:spMk id="3" creationId="{BC51B46E-49A8-F30C-61F7-475D9175DC56}"/>
          </ac:spMkLst>
        </pc:spChg>
      </pc:sldChg>
      <pc:sldChg chg="addSp delSp modSp new mod">
        <pc:chgData name="Patricio Ignacio Carrasco Zura" userId="09ca5161-ce19-4477-8d22-a96f7256ff82" providerId="ADAL" clId="{132C4E11-4057-424F-BE3E-50ABFA3DA178}" dt="2026-03-16T15:13:35.807" v="510" actId="14100"/>
        <pc:sldMkLst>
          <pc:docMk/>
          <pc:sldMk cId="3304322345" sldId="276"/>
        </pc:sldMkLst>
        <pc:spChg chg="del mod">
          <ac:chgData name="Patricio Ignacio Carrasco Zura" userId="09ca5161-ce19-4477-8d22-a96f7256ff82" providerId="ADAL" clId="{132C4E11-4057-424F-BE3E-50ABFA3DA178}" dt="2026-03-16T15:12:56.475" v="506" actId="478"/>
          <ac:spMkLst>
            <pc:docMk/>
            <pc:sldMk cId="3304322345" sldId="276"/>
            <ac:spMk id="2" creationId="{DA820205-8EAC-9600-8B2D-A03D64C8DB19}"/>
          </ac:spMkLst>
        </pc:spChg>
        <pc:spChg chg="mod">
          <ac:chgData name="Patricio Ignacio Carrasco Zura" userId="09ca5161-ce19-4477-8d22-a96f7256ff82" providerId="ADAL" clId="{132C4E11-4057-424F-BE3E-50ABFA3DA178}" dt="2026-03-16T15:12:32.523" v="477" actId="27636"/>
          <ac:spMkLst>
            <pc:docMk/>
            <pc:sldMk cId="3304322345" sldId="276"/>
            <ac:spMk id="3" creationId="{A7DA9DCD-2C89-0D35-977B-16842AA29063}"/>
          </ac:spMkLst>
        </pc:spChg>
        <pc:picChg chg="add mod">
          <ac:chgData name="Patricio Ignacio Carrasco Zura" userId="09ca5161-ce19-4477-8d22-a96f7256ff82" providerId="ADAL" clId="{132C4E11-4057-424F-BE3E-50ABFA3DA178}" dt="2026-03-16T15:13:35.807" v="510" actId="14100"/>
          <ac:picMkLst>
            <pc:docMk/>
            <pc:sldMk cId="3304322345" sldId="276"/>
            <ac:picMk id="3074" creationId="{2450B724-C017-6F93-DF29-222C26F1CD5C}"/>
          </ac:picMkLst>
        </pc:picChg>
      </pc:sldChg>
      <pc:sldMasterChg chg="del delSldLayout">
        <pc:chgData name="Patricio Ignacio Carrasco Zura" userId="09ca5161-ce19-4477-8d22-a96f7256ff82" providerId="ADAL" clId="{132C4E11-4057-424F-BE3E-50ABFA3DA178}" dt="2026-03-16T14:55:27.400" v="0" actId="26606"/>
        <pc:sldMasterMkLst>
          <pc:docMk/>
          <pc:sldMasterMk cId="4239210707" sldId="2147483648"/>
        </pc:sldMasterMkLst>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3358565378" sldId="2147483649"/>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194444223" sldId="2147483650"/>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1993068429" sldId="2147483651"/>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2296146718" sldId="2147483652"/>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4215956076" sldId="2147483653"/>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668850772" sldId="2147483654"/>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1869034347" sldId="2147483655"/>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3761956732" sldId="2147483656"/>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3703740401" sldId="2147483657"/>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3380512468" sldId="2147483658"/>
          </pc:sldLayoutMkLst>
        </pc:sldLayoutChg>
        <pc:sldLayoutChg chg="del">
          <pc:chgData name="Patricio Ignacio Carrasco Zura" userId="09ca5161-ce19-4477-8d22-a96f7256ff82" providerId="ADAL" clId="{132C4E11-4057-424F-BE3E-50ABFA3DA178}" dt="2026-03-16T14:55:27.400" v="0" actId="26606"/>
          <pc:sldLayoutMkLst>
            <pc:docMk/>
            <pc:sldMasterMk cId="4239210707" sldId="2147483648"/>
            <pc:sldLayoutMk cId="3898729333" sldId="2147483659"/>
          </pc:sldLayoutMkLst>
        </pc:sldLayoutChg>
      </pc:sldMasterChg>
      <pc:sldMasterChg chg="add del replId addSldLayout delSldLayout">
        <pc:chgData name="Patricio Ignacio Carrasco Zura" userId="09ca5161-ce19-4477-8d22-a96f7256ff82" providerId="ADAL" clId="{132C4E11-4057-424F-BE3E-50ABFA3DA178}" dt="2026-03-16T14:55:56.562" v="29" actId="26606"/>
        <pc:sldMasterMkLst>
          <pc:docMk/>
          <pc:sldMasterMk cId="3438213587" sldId="2147483660"/>
        </pc:sldMasterMkLst>
        <pc:sldLayoutChg chg="add del">
          <pc:chgData name="Patricio Ignacio Carrasco Zura" userId="09ca5161-ce19-4477-8d22-a96f7256ff82" providerId="ADAL" clId="{132C4E11-4057-424F-BE3E-50ABFA3DA178}" dt="2026-03-16T14:55:56.562" v="29" actId="26606"/>
          <pc:sldLayoutMkLst>
            <pc:docMk/>
            <pc:sldMasterMk cId="3438213587" sldId="2147483660"/>
            <pc:sldLayoutMk cId="822901057" sldId="2147483661"/>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1068993510" sldId="2147483662"/>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2877742109" sldId="2147483663"/>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2607593259" sldId="2147483664"/>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4222947451" sldId="2147483665"/>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2116448453" sldId="2147483666"/>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2321717528" sldId="2147483667"/>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3247460990" sldId="2147483668"/>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3688200818" sldId="2147483669"/>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4013332191" sldId="2147483670"/>
          </pc:sldLayoutMkLst>
        </pc:sldLayoutChg>
        <pc:sldLayoutChg chg="add del replId">
          <pc:chgData name="Patricio Ignacio Carrasco Zura" userId="09ca5161-ce19-4477-8d22-a96f7256ff82" providerId="ADAL" clId="{132C4E11-4057-424F-BE3E-50ABFA3DA178}" dt="2026-03-16T14:55:56.562" v="29" actId="26606"/>
          <pc:sldLayoutMkLst>
            <pc:docMk/>
            <pc:sldMasterMk cId="3438213587" sldId="2147483660"/>
            <pc:sldLayoutMk cId="3072242997" sldId="2147483671"/>
          </pc:sldLayoutMkLst>
        </pc:sldLayoutChg>
      </pc:sldMasterChg>
      <pc:sldMasterChg chg="add addSldLayout">
        <pc:chgData name="Patricio Ignacio Carrasco Zura" userId="09ca5161-ce19-4477-8d22-a96f7256ff82" providerId="ADAL" clId="{132C4E11-4057-424F-BE3E-50ABFA3DA178}" dt="2026-03-16T14:55:56.562" v="29" actId="26606"/>
        <pc:sldMasterMkLst>
          <pc:docMk/>
          <pc:sldMasterMk cId="1029236060" sldId="2147483750"/>
        </pc:sldMasterMkLst>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1529943636" sldId="2147483739"/>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3000816482" sldId="2147483740"/>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3820734525" sldId="2147483741"/>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3142099513" sldId="2147483742"/>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1220035289" sldId="2147483743"/>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2086243170" sldId="2147483744"/>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453035039" sldId="2147483745"/>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865131392" sldId="2147483746"/>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2895284834" sldId="2147483747"/>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771104738" sldId="2147483748"/>
          </pc:sldLayoutMkLst>
        </pc:sldLayoutChg>
        <pc:sldLayoutChg chg="add">
          <pc:chgData name="Patricio Ignacio Carrasco Zura" userId="09ca5161-ce19-4477-8d22-a96f7256ff82" providerId="ADAL" clId="{132C4E11-4057-424F-BE3E-50ABFA3DA178}" dt="2026-03-16T14:55:56.562" v="29" actId="26606"/>
          <pc:sldLayoutMkLst>
            <pc:docMk/>
            <pc:sldMasterMk cId="1029236060" sldId="2147483750"/>
            <pc:sldLayoutMk cId="4233817066" sldId="21474837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3/16/2026</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‹Nº›</a:t>
            </a:fld>
            <a:endParaRPr lang="en-US"/>
          </a:p>
        </p:txBody>
      </p:sp>
    </p:spTree>
    <p:extLst>
      <p:ext uri="{BB962C8B-B14F-4D97-AF65-F5344CB8AC3E}">
        <p14:creationId xmlns:p14="http://schemas.microsoft.com/office/powerpoint/2010/main" val="3142099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3/16/2026</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1220035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3/16/2026</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08624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3/16/2026</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453035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3/16/2026</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865131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3/16/2026</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895284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3/16/2026</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771104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3/16/2026</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1529943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3/16/2026</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000816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3/16/2026</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820734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3/16/2026</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4233817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3/16/2026</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‹Nº›</a:t>
            </a:fld>
            <a:endParaRPr lang="en-US" dirty="0"/>
          </a:p>
        </p:txBody>
      </p:sp>
    </p:spTree>
    <p:extLst>
      <p:ext uri="{BB962C8B-B14F-4D97-AF65-F5344CB8AC3E}">
        <p14:creationId xmlns:p14="http://schemas.microsoft.com/office/powerpoint/2010/main" val="102923606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39" r:id="rId8"/>
    <p:sldLayoutId id="2147483740" r:id="rId9"/>
    <p:sldLayoutId id="2147483741" r:id="rId10"/>
    <p:sldLayoutId id="2147483749"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8" name="Rectangle 17">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 name="Rectangle 19">
            <a:extLst>
              <a:ext uri="{FF2B5EF4-FFF2-40B4-BE49-F238E27FC236}">
                <a16:creationId xmlns:a16="http://schemas.microsoft.com/office/drawing/2014/main" id="{C4056FD6-9767-4B1A-ACC2-9883F6A5B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79928" cy="6858000"/>
          </a:xfrm>
          <a:prstGeom prst="rect">
            <a:avLst/>
          </a:prstGeom>
          <a:blipFill dpi="0" rotWithShape="1">
            <a:blip r:embed="rId2">
              <a:alphaModFix amt="20000"/>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90EA3DA-0B2F-8882-ECE0-49F7AEDD5D18}"/>
              </a:ext>
            </a:extLst>
          </p:cNvPr>
          <p:cNvPicPr>
            <a:picLocks noChangeAspect="1"/>
          </p:cNvPicPr>
          <p:nvPr/>
        </p:nvPicPr>
        <p:blipFill>
          <a:blip r:embed="rId3">
            <a:alphaModFix amt="70000"/>
          </a:blip>
          <a:srcRect t="1456" r="-1" b="285"/>
          <a:stretch>
            <a:fillRect/>
          </a:stretch>
        </p:blipFill>
        <p:spPr>
          <a:xfrm>
            <a:off x="20" y="10"/>
            <a:ext cx="12188932" cy="6856614"/>
          </a:xfrm>
          <a:prstGeom prst="rect">
            <a:avLst/>
          </a:prstGeom>
        </p:spPr>
      </p:pic>
      <p:sp>
        <p:nvSpPr>
          <p:cNvPr id="3" name="Subtítulo 2">
            <a:extLst>
              <a:ext uri="{FF2B5EF4-FFF2-40B4-BE49-F238E27FC236}">
                <a16:creationId xmlns:a16="http://schemas.microsoft.com/office/drawing/2014/main" id="{84B75C91-9ADE-87FC-3D2E-015C763A95B0}"/>
              </a:ext>
            </a:extLst>
          </p:cNvPr>
          <p:cNvSpPr>
            <a:spLocks noGrp="1"/>
          </p:cNvSpPr>
          <p:nvPr>
            <p:ph type="subTitle" idx="1"/>
          </p:nvPr>
        </p:nvSpPr>
        <p:spPr>
          <a:xfrm>
            <a:off x="920835" y="322125"/>
            <a:ext cx="9781327" cy="2056617"/>
          </a:xfrm>
        </p:spPr>
        <p:txBody>
          <a:bodyPr anchor="t">
            <a:normAutofit/>
          </a:bodyPr>
          <a:lstStyle/>
          <a:p>
            <a:r>
              <a:rPr lang="es-CL" sz="3200" b="1" dirty="0">
                <a:solidFill>
                  <a:schemeClr val="tx1"/>
                </a:solidFill>
              </a:rPr>
              <a:t>Condicionales y estructuras de control</a:t>
            </a:r>
          </a:p>
          <a:p>
            <a:endParaRPr lang="es-CL" sz="2200" dirty="0">
              <a:solidFill>
                <a:srgbClr val="FFFFFF"/>
              </a:solidFill>
            </a:endParaRPr>
          </a:p>
        </p:txBody>
      </p:sp>
    </p:spTree>
    <p:extLst>
      <p:ext uri="{BB962C8B-B14F-4D97-AF65-F5344CB8AC3E}">
        <p14:creationId xmlns:p14="http://schemas.microsoft.com/office/powerpoint/2010/main" val="843586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FC59A9-DE6F-4B30-DCA6-F81DEA0EEFAD}"/>
              </a:ext>
            </a:extLst>
          </p:cNvPr>
          <p:cNvSpPr>
            <a:spLocks noGrp="1"/>
          </p:cNvSpPr>
          <p:nvPr>
            <p:ph type="title"/>
          </p:nvPr>
        </p:nvSpPr>
        <p:spPr/>
        <p:txBody>
          <a:bodyPr/>
          <a:lstStyle/>
          <a:p>
            <a:r>
              <a:rPr lang="es-CL" dirty="0"/>
              <a:t>Objetivo de la clase</a:t>
            </a:r>
          </a:p>
        </p:txBody>
      </p:sp>
      <p:sp>
        <p:nvSpPr>
          <p:cNvPr id="3" name="Marcador de contenido 2">
            <a:extLst>
              <a:ext uri="{FF2B5EF4-FFF2-40B4-BE49-F238E27FC236}">
                <a16:creationId xmlns:a16="http://schemas.microsoft.com/office/drawing/2014/main" id="{6F5388F3-AD62-EAF0-78A0-CD1452916318}"/>
              </a:ext>
            </a:extLst>
          </p:cNvPr>
          <p:cNvSpPr>
            <a:spLocks noGrp="1"/>
          </p:cNvSpPr>
          <p:nvPr>
            <p:ph idx="1"/>
          </p:nvPr>
        </p:nvSpPr>
        <p:spPr/>
        <p:txBody>
          <a:bodyPr/>
          <a:lstStyle/>
          <a:p>
            <a:r>
              <a:rPr lang="es-CL" dirty="0"/>
              <a:t>Comprende la estructuras de control</a:t>
            </a:r>
          </a:p>
          <a:p>
            <a:r>
              <a:rPr lang="es-CL" dirty="0"/>
              <a:t>Uso de </a:t>
            </a:r>
            <a:r>
              <a:rPr lang="es-CL" dirty="0" err="1"/>
              <a:t>if</a:t>
            </a:r>
            <a:r>
              <a:rPr lang="es-CL" dirty="0"/>
              <a:t> y </a:t>
            </a:r>
            <a:r>
              <a:rPr lang="es-CL" dirty="0" err="1"/>
              <a:t>elif</a:t>
            </a:r>
            <a:r>
              <a:rPr lang="es-CL" dirty="0"/>
              <a:t> y switch-case</a:t>
            </a:r>
          </a:p>
          <a:p>
            <a:r>
              <a:rPr lang="es-CL" dirty="0"/>
              <a:t>Casos de uso</a:t>
            </a:r>
          </a:p>
          <a:p>
            <a:r>
              <a:rPr lang="es-CL"/>
              <a:t>Ejercicios </a:t>
            </a:r>
            <a:endParaRPr lang="es-CL" dirty="0"/>
          </a:p>
        </p:txBody>
      </p:sp>
      <p:sp>
        <p:nvSpPr>
          <p:cNvPr id="5" name="CuadroTexto 4">
            <a:extLst>
              <a:ext uri="{FF2B5EF4-FFF2-40B4-BE49-F238E27FC236}">
                <a16:creationId xmlns:a16="http://schemas.microsoft.com/office/drawing/2014/main" id="{BBAB4FD6-9ED2-0504-8834-2A5F5223D7AC}"/>
              </a:ext>
            </a:extLst>
          </p:cNvPr>
          <p:cNvSpPr txBox="1"/>
          <p:nvPr/>
        </p:nvSpPr>
        <p:spPr>
          <a:xfrm>
            <a:off x="4412673" y="4352882"/>
            <a:ext cx="6096000" cy="1200329"/>
          </a:xfrm>
          <a:prstGeom prst="rect">
            <a:avLst/>
          </a:prstGeom>
          <a:noFill/>
        </p:spPr>
        <p:txBody>
          <a:bodyPr wrap="square">
            <a:spAutoFit/>
          </a:bodyPr>
          <a:lstStyle/>
          <a:p>
            <a:pPr rtl="0">
              <a:spcAft>
                <a:spcPts val="750"/>
              </a:spcAft>
              <a:buNone/>
            </a:pPr>
            <a:r>
              <a:rPr lang="es-ES" b="0" dirty="0">
                <a:solidFill>
                  <a:srgbClr val="E3E3E3"/>
                </a:solidFill>
                <a:effectLst/>
                <a:latin typeface="Google Sans Flex"/>
              </a:rPr>
              <a:t>Esta es la clase donde el código deja de ser una simple lista de pasos y empieza a </a:t>
            </a:r>
            <a:r>
              <a:rPr lang="es-ES" b="1" dirty="0">
                <a:solidFill>
                  <a:srgbClr val="E3E3E3"/>
                </a:solidFill>
                <a:effectLst/>
                <a:latin typeface="Google Sans Flex"/>
              </a:rPr>
              <a:t>tomar decisiones</a:t>
            </a:r>
            <a:r>
              <a:rPr lang="es-ES" b="0" dirty="0">
                <a:solidFill>
                  <a:srgbClr val="E3E3E3"/>
                </a:solidFill>
                <a:effectLst/>
                <a:latin typeface="Google Sans Flex"/>
              </a:rPr>
              <a:t> y a </a:t>
            </a:r>
            <a:r>
              <a:rPr lang="es-ES" b="1" dirty="0">
                <a:solidFill>
                  <a:srgbClr val="E3E3E3"/>
                </a:solidFill>
                <a:effectLst/>
                <a:latin typeface="Google Sans Flex"/>
              </a:rPr>
              <a:t>repetir tareas</a:t>
            </a:r>
            <a:r>
              <a:rPr lang="es-ES" b="0" dirty="0">
                <a:solidFill>
                  <a:srgbClr val="E3E3E3"/>
                </a:solidFill>
                <a:effectLst/>
                <a:latin typeface="Google Sans Flex"/>
              </a:rPr>
              <a:t>. Es el momento en el que pasan de ser "calculadoras" a ser "arquitectos de sistemas".</a:t>
            </a:r>
          </a:p>
        </p:txBody>
      </p:sp>
    </p:spTree>
    <p:extLst>
      <p:ext uri="{BB962C8B-B14F-4D97-AF65-F5344CB8AC3E}">
        <p14:creationId xmlns:p14="http://schemas.microsoft.com/office/powerpoint/2010/main" val="1660741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29FE70-421B-985D-FE0E-B26C34AC4A47}"/>
              </a:ext>
            </a:extLst>
          </p:cNvPr>
          <p:cNvSpPr>
            <a:spLocks noGrp="1"/>
          </p:cNvSpPr>
          <p:nvPr>
            <p:ph type="title"/>
          </p:nvPr>
        </p:nvSpPr>
        <p:spPr/>
        <p:txBody>
          <a:bodyPr>
            <a:normAutofit fontScale="90000"/>
          </a:bodyPr>
          <a:lstStyle/>
          <a:p>
            <a:r>
              <a:rPr lang="es-CL" dirty="0"/>
              <a:t>S</a:t>
            </a:r>
            <a:r>
              <a:rPr lang="es-ES" dirty="0" err="1"/>
              <a:t>entencias</a:t>
            </a:r>
            <a:r>
              <a:rPr lang="es-ES" dirty="0"/>
              <a:t> Condicionales: </a:t>
            </a:r>
            <a:br>
              <a:rPr lang="es-ES" dirty="0"/>
            </a:br>
            <a:r>
              <a:rPr lang="es-ES" dirty="0"/>
              <a:t>Los Caminos (</a:t>
            </a:r>
            <a:r>
              <a:rPr lang="es-ES" dirty="0" err="1"/>
              <a:t>if</a:t>
            </a:r>
            <a:r>
              <a:rPr lang="es-ES" dirty="0"/>
              <a:t>, </a:t>
            </a:r>
            <a:r>
              <a:rPr lang="es-ES" dirty="0" err="1"/>
              <a:t>elif</a:t>
            </a:r>
            <a:r>
              <a:rPr lang="es-ES" dirty="0"/>
              <a:t>, </a:t>
            </a:r>
            <a:r>
              <a:rPr lang="es-ES" dirty="0" err="1"/>
              <a:t>else</a:t>
            </a:r>
            <a:r>
              <a:rPr lang="es-ES" dirty="0"/>
              <a:t>)</a:t>
            </a:r>
            <a:endParaRPr lang="es-CL" dirty="0"/>
          </a:p>
        </p:txBody>
      </p:sp>
      <p:sp>
        <p:nvSpPr>
          <p:cNvPr id="3" name="Marcador de contenido 2">
            <a:extLst>
              <a:ext uri="{FF2B5EF4-FFF2-40B4-BE49-F238E27FC236}">
                <a16:creationId xmlns:a16="http://schemas.microsoft.com/office/drawing/2014/main" id="{1C6E81E9-3199-6224-2C9E-83D6281987C7}"/>
              </a:ext>
            </a:extLst>
          </p:cNvPr>
          <p:cNvSpPr>
            <a:spLocks noGrp="1"/>
          </p:cNvSpPr>
          <p:nvPr>
            <p:ph idx="1"/>
          </p:nvPr>
        </p:nvSpPr>
        <p:spPr/>
        <p:txBody>
          <a:bodyPr/>
          <a:lstStyle/>
          <a:p>
            <a:r>
              <a:rPr lang="es-ES" dirty="0"/>
              <a:t>El programa llega a una intersección y debe decidir qué camino tomar basándose en una condición (Verdadera o Falsa).</a:t>
            </a:r>
            <a:endParaRPr lang="es-CL" dirty="0"/>
          </a:p>
        </p:txBody>
      </p:sp>
      <p:sp>
        <p:nvSpPr>
          <p:cNvPr id="4" name="Diagrama de flujo: decisión 3">
            <a:extLst>
              <a:ext uri="{FF2B5EF4-FFF2-40B4-BE49-F238E27FC236}">
                <a16:creationId xmlns:a16="http://schemas.microsoft.com/office/drawing/2014/main" id="{FA64A878-95F4-276E-CFE7-B01B5B464BC1}"/>
              </a:ext>
            </a:extLst>
          </p:cNvPr>
          <p:cNvSpPr/>
          <p:nvPr/>
        </p:nvSpPr>
        <p:spPr>
          <a:xfrm>
            <a:off x="4267200" y="3560618"/>
            <a:ext cx="4281055" cy="1475509"/>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camino</a:t>
            </a:r>
          </a:p>
        </p:txBody>
      </p:sp>
      <p:sp>
        <p:nvSpPr>
          <p:cNvPr id="7" name="CuadroTexto 6">
            <a:extLst>
              <a:ext uri="{FF2B5EF4-FFF2-40B4-BE49-F238E27FC236}">
                <a16:creationId xmlns:a16="http://schemas.microsoft.com/office/drawing/2014/main" id="{C5359ACC-DC57-D173-F621-71B9C6F09E7A}"/>
              </a:ext>
            </a:extLst>
          </p:cNvPr>
          <p:cNvSpPr txBox="1"/>
          <p:nvPr/>
        </p:nvSpPr>
        <p:spPr>
          <a:xfrm>
            <a:off x="3657600" y="4422063"/>
            <a:ext cx="450273" cy="369332"/>
          </a:xfrm>
          <a:prstGeom prst="rect">
            <a:avLst/>
          </a:prstGeom>
          <a:noFill/>
        </p:spPr>
        <p:txBody>
          <a:bodyPr wrap="square">
            <a:spAutoFit/>
          </a:bodyPr>
          <a:lstStyle/>
          <a:p>
            <a:r>
              <a:rPr lang="es-ES" dirty="0">
                <a:solidFill>
                  <a:schemeClr val="bg1"/>
                </a:solidFill>
              </a:rPr>
              <a:t>A</a:t>
            </a:r>
            <a:endParaRPr lang="es-CL" dirty="0">
              <a:solidFill>
                <a:schemeClr val="bg1"/>
              </a:solidFill>
            </a:endParaRPr>
          </a:p>
        </p:txBody>
      </p:sp>
      <p:sp>
        <p:nvSpPr>
          <p:cNvPr id="8" name="CuadroTexto 7">
            <a:extLst>
              <a:ext uri="{FF2B5EF4-FFF2-40B4-BE49-F238E27FC236}">
                <a16:creationId xmlns:a16="http://schemas.microsoft.com/office/drawing/2014/main" id="{C515F8F3-9789-D60A-E098-EF1FC70F5B60}"/>
              </a:ext>
            </a:extLst>
          </p:cNvPr>
          <p:cNvSpPr txBox="1"/>
          <p:nvPr/>
        </p:nvSpPr>
        <p:spPr>
          <a:xfrm>
            <a:off x="8707582" y="4426713"/>
            <a:ext cx="450273" cy="369332"/>
          </a:xfrm>
          <a:prstGeom prst="rect">
            <a:avLst/>
          </a:prstGeom>
          <a:noFill/>
        </p:spPr>
        <p:txBody>
          <a:bodyPr wrap="square">
            <a:spAutoFit/>
          </a:bodyPr>
          <a:lstStyle/>
          <a:p>
            <a:r>
              <a:rPr lang="es-ES" dirty="0">
                <a:solidFill>
                  <a:schemeClr val="bg1"/>
                </a:solidFill>
              </a:rPr>
              <a:t>B</a:t>
            </a:r>
            <a:endParaRPr lang="es-CL" dirty="0">
              <a:solidFill>
                <a:schemeClr val="bg1"/>
              </a:solidFill>
            </a:endParaRPr>
          </a:p>
        </p:txBody>
      </p:sp>
    </p:spTree>
    <p:extLst>
      <p:ext uri="{BB962C8B-B14F-4D97-AF65-F5344CB8AC3E}">
        <p14:creationId xmlns:p14="http://schemas.microsoft.com/office/powerpoint/2010/main" val="2272491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5" name="Picture 14">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ítulo 1">
            <a:extLst>
              <a:ext uri="{FF2B5EF4-FFF2-40B4-BE49-F238E27FC236}">
                <a16:creationId xmlns:a16="http://schemas.microsoft.com/office/drawing/2014/main" id="{4D560EE9-FFF7-F177-1304-56196EBBAC03}"/>
              </a:ext>
            </a:extLst>
          </p:cNvPr>
          <p:cNvSpPr>
            <a:spLocks noGrp="1"/>
          </p:cNvSpPr>
          <p:nvPr>
            <p:ph type="title"/>
          </p:nvPr>
        </p:nvSpPr>
        <p:spPr>
          <a:xfrm>
            <a:off x="838200" y="559813"/>
            <a:ext cx="5638800" cy="1573786"/>
          </a:xfrm>
        </p:spPr>
        <p:txBody>
          <a:bodyPr>
            <a:normAutofit/>
          </a:bodyPr>
          <a:lstStyle/>
          <a:p>
            <a:r>
              <a:rPr lang="es-CL">
                <a:solidFill>
                  <a:schemeClr val="tx2"/>
                </a:solidFill>
              </a:rPr>
              <a:t>Recordemos</a:t>
            </a:r>
          </a:p>
        </p:txBody>
      </p:sp>
      <p:pic>
        <p:nvPicPr>
          <p:cNvPr id="4" name="table">
            <a:extLst>
              <a:ext uri="{FF2B5EF4-FFF2-40B4-BE49-F238E27FC236}">
                <a16:creationId xmlns:a16="http://schemas.microsoft.com/office/drawing/2014/main" id="{852463B0-F513-2433-CBA3-C74F3A5800DC}"/>
              </a:ext>
            </a:extLst>
          </p:cNvPr>
          <p:cNvPicPr>
            <a:picLocks noChangeAspect="1"/>
          </p:cNvPicPr>
          <p:nvPr/>
        </p:nvPicPr>
        <p:blipFill>
          <a:blip r:embed="rId3"/>
          <a:stretch>
            <a:fillRect/>
          </a:stretch>
        </p:blipFill>
        <p:spPr>
          <a:xfrm>
            <a:off x="1297283" y="2385716"/>
            <a:ext cx="9597434" cy="3919694"/>
          </a:xfrm>
          <a:prstGeom prst="rect">
            <a:avLst/>
          </a:prstGeom>
        </p:spPr>
      </p:pic>
      <p:pic>
        <p:nvPicPr>
          <p:cNvPr id="17" name="Picture 16">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5" name="CuadroTexto 5">
            <a:extLst>
              <a:ext uri="{FF2B5EF4-FFF2-40B4-BE49-F238E27FC236}">
                <a16:creationId xmlns:a16="http://schemas.microsoft.com/office/drawing/2014/main" id="{098FBE30-9E00-B96C-CA7F-CE03F1C6F103}"/>
              </a:ext>
            </a:extLst>
          </p:cNvPr>
          <p:cNvSpPr txBox="1">
            <a:spLocks noGrp="1"/>
          </p:cNvSpPr>
          <p:nvPr>
            <p:ph idx="1"/>
          </p:nvPr>
        </p:nvSpPr>
        <p:spPr>
          <a:xfrm>
            <a:off x="4463936" y="560388"/>
            <a:ext cx="6856528" cy="39010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ES" dirty="0"/>
              <a:t>"Un </a:t>
            </a:r>
            <a:r>
              <a:rPr lang="es-ES" dirty="0">
                <a:latin typeface="Courier New" panose="02070309020205020404" pitchFamily="49" charset="0"/>
              </a:rPr>
              <a:t>=</a:t>
            </a:r>
            <a:r>
              <a:rPr lang="es-ES" dirty="0"/>
              <a:t> es para </a:t>
            </a:r>
            <a:r>
              <a:rPr lang="es-ES" b="1" dirty="0"/>
              <a:t>guardar</a:t>
            </a:r>
            <a:r>
              <a:rPr lang="es-ES" dirty="0"/>
              <a:t>, dos </a:t>
            </a:r>
            <a:r>
              <a:rPr lang="es-ES" dirty="0">
                <a:latin typeface="Courier New" panose="02070309020205020404" pitchFamily="49" charset="0"/>
              </a:rPr>
              <a:t>==</a:t>
            </a:r>
            <a:r>
              <a:rPr lang="es-ES" dirty="0"/>
              <a:t> son para </a:t>
            </a:r>
            <a:r>
              <a:rPr lang="es-ES" b="1" dirty="0"/>
              <a:t>preguntar</a:t>
            </a:r>
            <a:r>
              <a:rPr lang="es-ES" dirty="0"/>
              <a:t>".</a:t>
            </a:r>
            <a:endParaRPr lang="es-CL" dirty="0"/>
          </a:p>
        </p:txBody>
      </p:sp>
    </p:spTree>
    <p:extLst>
      <p:ext uri="{BB962C8B-B14F-4D97-AF65-F5344CB8AC3E}">
        <p14:creationId xmlns:p14="http://schemas.microsoft.com/office/powerpoint/2010/main" val="266355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7E8B60-BE2C-4E02-A5D7-14C68069F2A3}"/>
              </a:ext>
            </a:extLst>
          </p:cNvPr>
          <p:cNvSpPr>
            <a:spLocks noGrp="1"/>
          </p:cNvSpPr>
          <p:nvPr>
            <p:ph type="title"/>
          </p:nvPr>
        </p:nvSpPr>
        <p:spPr/>
        <p:txBody>
          <a:bodyPr/>
          <a:lstStyle/>
          <a:p>
            <a:r>
              <a:rPr lang="es-ES" dirty="0"/>
              <a:t>Los Caminos (</a:t>
            </a:r>
            <a:r>
              <a:rPr lang="es-ES" dirty="0" err="1"/>
              <a:t>if</a:t>
            </a:r>
            <a:r>
              <a:rPr lang="es-ES" dirty="0"/>
              <a:t>, </a:t>
            </a:r>
            <a:r>
              <a:rPr lang="es-ES" dirty="0" err="1"/>
              <a:t>elif</a:t>
            </a:r>
            <a:r>
              <a:rPr lang="es-ES" dirty="0"/>
              <a:t>, </a:t>
            </a:r>
            <a:r>
              <a:rPr lang="es-ES" dirty="0" err="1"/>
              <a:t>else</a:t>
            </a:r>
            <a:r>
              <a:rPr lang="es-ES" dirty="0"/>
              <a:t>)</a:t>
            </a:r>
            <a:endParaRPr lang="es-CL" dirty="0"/>
          </a:p>
        </p:txBody>
      </p:sp>
      <p:sp>
        <p:nvSpPr>
          <p:cNvPr id="3" name="Marcador de contenido 2">
            <a:extLst>
              <a:ext uri="{FF2B5EF4-FFF2-40B4-BE49-F238E27FC236}">
                <a16:creationId xmlns:a16="http://schemas.microsoft.com/office/drawing/2014/main" id="{E48883C5-028F-D14A-A742-2489DBAF533E}"/>
              </a:ext>
            </a:extLst>
          </p:cNvPr>
          <p:cNvSpPr>
            <a:spLocks noGrp="1"/>
          </p:cNvSpPr>
          <p:nvPr>
            <p:ph idx="1"/>
          </p:nvPr>
        </p:nvSpPr>
        <p:spPr/>
        <p:txBody>
          <a:bodyPr>
            <a:normAutofit lnSpcReduction="10000"/>
          </a:bodyPr>
          <a:lstStyle/>
          <a:p>
            <a:r>
              <a:rPr lang="es-ES" dirty="0"/>
              <a:t>El </a:t>
            </a:r>
            <a:r>
              <a:rPr lang="es-ES" dirty="0" err="1"/>
              <a:t>if</a:t>
            </a:r>
            <a:r>
              <a:rPr lang="es-ES" dirty="0"/>
              <a:t> (Si...): Es la puerta de entrada. "Si tienes hambre, come".</a:t>
            </a:r>
          </a:p>
          <a:p>
            <a:endParaRPr lang="es-ES" dirty="0"/>
          </a:p>
          <a:p>
            <a:r>
              <a:rPr lang="es-ES" dirty="0"/>
              <a:t> El </a:t>
            </a:r>
            <a:r>
              <a:rPr lang="es-ES" dirty="0" err="1"/>
              <a:t>else</a:t>
            </a:r>
            <a:r>
              <a:rPr lang="es-ES" dirty="0"/>
              <a:t> (Si no...): Es el plan B. "Si no tienes hambre, sigue trabajando". </a:t>
            </a:r>
          </a:p>
          <a:p>
            <a:endParaRPr lang="es-ES" dirty="0"/>
          </a:p>
          <a:p>
            <a:r>
              <a:rPr lang="es-ES" dirty="0"/>
              <a:t>El </a:t>
            </a:r>
            <a:r>
              <a:rPr lang="es-ES" dirty="0" err="1"/>
              <a:t>elif</a:t>
            </a:r>
            <a:r>
              <a:rPr lang="es-ES" dirty="0"/>
              <a:t> (De lo contrario, si...): Es para cuando hay más de dos opciones, como en tu diagrama de temperaturas. "Si no quieres Celsius, ¿quieres Kelvin?".</a:t>
            </a:r>
            <a:endParaRPr lang="es-CL" dirty="0"/>
          </a:p>
        </p:txBody>
      </p:sp>
    </p:spTree>
    <p:extLst>
      <p:ext uri="{BB962C8B-B14F-4D97-AF65-F5344CB8AC3E}">
        <p14:creationId xmlns:p14="http://schemas.microsoft.com/office/powerpoint/2010/main" val="1713778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D61949-9068-991E-AA15-29646788C95A}"/>
              </a:ext>
            </a:extLst>
          </p:cNvPr>
          <p:cNvSpPr>
            <a:spLocks noGrp="1"/>
          </p:cNvSpPr>
          <p:nvPr>
            <p:ph type="title"/>
          </p:nvPr>
        </p:nvSpPr>
        <p:spPr>
          <a:xfrm>
            <a:off x="838200" y="448887"/>
            <a:ext cx="10515600" cy="1325563"/>
          </a:xfrm>
        </p:spPr>
        <p:txBody>
          <a:bodyPr>
            <a:normAutofit fontScale="90000"/>
          </a:bodyPr>
          <a:lstStyle/>
          <a:p>
            <a:r>
              <a:rPr lang="es-ES" dirty="0"/>
              <a:t>Casos de Uso Profesionales (¿Para qué sirve esto en el trabajo?)</a:t>
            </a:r>
            <a:br>
              <a:rPr lang="es-ES" dirty="0"/>
            </a:br>
            <a:endParaRPr lang="es-CL" dirty="0"/>
          </a:p>
        </p:txBody>
      </p:sp>
      <p:sp>
        <p:nvSpPr>
          <p:cNvPr id="3" name="Marcador de contenido 2">
            <a:extLst>
              <a:ext uri="{FF2B5EF4-FFF2-40B4-BE49-F238E27FC236}">
                <a16:creationId xmlns:a16="http://schemas.microsoft.com/office/drawing/2014/main" id="{C43AD6B5-94A8-961C-3F2E-422240D5A309}"/>
              </a:ext>
            </a:extLst>
          </p:cNvPr>
          <p:cNvSpPr>
            <a:spLocks noGrp="1"/>
          </p:cNvSpPr>
          <p:nvPr>
            <p:ph idx="1"/>
          </p:nvPr>
        </p:nvSpPr>
        <p:spPr/>
        <p:txBody>
          <a:bodyPr>
            <a:normAutofit fontScale="85000" lnSpcReduction="20000"/>
          </a:bodyPr>
          <a:lstStyle/>
          <a:p>
            <a:r>
              <a:rPr lang="es-ES" b="1" dirty="0"/>
              <a:t>Ciberseguridad (Control de Accesos):</a:t>
            </a:r>
            <a:endParaRPr lang="es-ES" dirty="0"/>
          </a:p>
          <a:p>
            <a:pPr lvl="1"/>
            <a:r>
              <a:rPr lang="es-ES" dirty="0" err="1"/>
              <a:t>if</a:t>
            </a:r>
            <a:r>
              <a:rPr lang="es-ES" dirty="0"/>
              <a:t> </a:t>
            </a:r>
            <a:r>
              <a:rPr lang="es-ES" dirty="0" err="1"/>
              <a:t>usuario_bloqueado</a:t>
            </a:r>
            <a:r>
              <a:rPr lang="es-ES" dirty="0"/>
              <a:t>: No dejar entrar.</a:t>
            </a:r>
          </a:p>
          <a:p>
            <a:pPr lvl="1"/>
            <a:r>
              <a:rPr lang="es-ES" dirty="0" err="1"/>
              <a:t>elif</a:t>
            </a:r>
            <a:r>
              <a:rPr lang="es-ES" dirty="0"/>
              <a:t> </a:t>
            </a:r>
            <a:r>
              <a:rPr lang="es-ES" dirty="0" err="1"/>
              <a:t>intentos_fallidos</a:t>
            </a:r>
            <a:r>
              <a:rPr lang="es-ES" dirty="0"/>
              <a:t> &gt; 3: Bloquear cuenta.</a:t>
            </a:r>
          </a:p>
          <a:p>
            <a:pPr lvl="1"/>
            <a:r>
              <a:rPr lang="es-ES" dirty="0" err="1"/>
              <a:t>else</a:t>
            </a:r>
            <a:r>
              <a:rPr lang="es-ES" dirty="0"/>
              <a:t>: Permitir ingreso.</a:t>
            </a:r>
          </a:p>
          <a:p>
            <a:r>
              <a:rPr lang="es-ES" b="1" dirty="0"/>
              <a:t>Desarrollo de Videojuegos:</a:t>
            </a:r>
            <a:endParaRPr lang="es-ES" dirty="0"/>
          </a:p>
          <a:p>
            <a:pPr lvl="1"/>
            <a:r>
              <a:rPr lang="es-ES" dirty="0" err="1"/>
              <a:t>if</a:t>
            </a:r>
            <a:r>
              <a:rPr lang="es-ES" dirty="0"/>
              <a:t> vida &lt;= 0: El jugador muere.</a:t>
            </a:r>
          </a:p>
          <a:p>
            <a:pPr lvl="1"/>
            <a:r>
              <a:rPr lang="es-ES" dirty="0" err="1"/>
              <a:t>elif</a:t>
            </a:r>
            <a:r>
              <a:rPr lang="es-ES" dirty="0"/>
              <a:t> vida &lt; 20: Mostrar pantalla roja (alerta).</a:t>
            </a:r>
          </a:p>
          <a:p>
            <a:pPr lvl="1"/>
            <a:r>
              <a:rPr lang="es-ES" dirty="0" err="1"/>
              <a:t>else</a:t>
            </a:r>
            <a:r>
              <a:rPr lang="es-ES" dirty="0"/>
              <a:t>: Estado normal.</a:t>
            </a:r>
          </a:p>
          <a:p>
            <a:r>
              <a:rPr lang="es-ES" b="1" dirty="0"/>
              <a:t>Sistemas Bancarios:</a:t>
            </a:r>
            <a:endParaRPr lang="es-ES" dirty="0"/>
          </a:p>
          <a:p>
            <a:pPr lvl="1"/>
            <a:r>
              <a:rPr lang="es-ES" dirty="0" err="1"/>
              <a:t>if</a:t>
            </a:r>
            <a:r>
              <a:rPr lang="es-ES" dirty="0"/>
              <a:t> saldo &gt;= giro: Aprobar transacción.</a:t>
            </a:r>
          </a:p>
          <a:p>
            <a:pPr lvl="1"/>
            <a:r>
              <a:rPr lang="es-ES" dirty="0" err="1"/>
              <a:t>else</a:t>
            </a:r>
            <a:r>
              <a:rPr lang="es-ES" dirty="0"/>
              <a:t>: Mostrar "Saldo insuficiente".</a:t>
            </a:r>
          </a:p>
          <a:p>
            <a:endParaRPr lang="es-CL" dirty="0"/>
          </a:p>
        </p:txBody>
      </p:sp>
    </p:spTree>
    <p:extLst>
      <p:ext uri="{BB962C8B-B14F-4D97-AF65-F5344CB8AC3E}">
        <p14:creationId xmlns:p14="http://schemas.microsoft.com/office/powerpoint/2010/main" val="830897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86B341-2654-784F-AF47-E4ACA7370B5F}"/>
              </a:ext>
            </a:extLst>
          </p:cNvPr>
          <p:cNvSpPr>
            <a:spLocks noGrp="1"/>
          </p:cNvSpPr>
          <p:nvPr>
            <p:ph type="title"/>
          </p:nvPr>
        </p:nvSpPr>
        <p:spPr/>
        <p:txBody>
          <a:bodyPr/>
          <a:lstStyle/>
          <a:p>
            <a:r>
              <a:rPr lang="es-CL" dirty="0"/>
              <a:t>EJEMPLO DE LA VIDA REAL</a:t>
            </a:r>
          </a:p>
        </p:txBody>
      </p:sp>
      <p:sp>
        <p:nvSpPr>
          <p:cNvPr id="3" name="Marcador de contenido 2">
            <a:extLst>
              <a:ext uri="{FF2B5EF4-FFF2-40B4-BE49-F238E27FC236}">
                <a16:creationId xmlns:a16="http://schemas.microsoft.com/office/drawing/2014/main" id="{D0ED02C6-2B6A-E900-1B75-6C9C2F3B250D}"/>
              </a:ext>
            </a:extLst>
          </p:cNvPr>
          <p:cNvSpPr>
            <a:spLocks noGrp="1"/>
          </p:cNvSpPr>
          <p:nvPr>
            <p:ph idx="1"/>
          </p:nvPr>
        </p:nvSpPr>
        <p:spPr/>
        <p:txBody>
          <a:bodyPr>
            <a:normAutofit fontScale="92500" lnSpcReduction="10000"/>
          </a:bodyPr>
          <a:lstStyle/>
          <a:p>
            <a:r>
              <a:rPr lang="es-ES" dirty="0"/>
              <a:t>edad = </a:t>
            </a:r>
            <a:r>
              <a:rPr lang="es-ES" dirty="0" err="1"/>
              <a:t>int</a:t>
            </a:r>
            <a:r>
              <a:rPr lang="es-ES" dirty="0"/>
              <a:t>(input("¿Cuántos años tienes? "))</a:t>
            </a:r>
          </a:p>
          <a:p>
            <a:endParaRPr lang="es-ES" dirty="0"/>
          </a:p>
          <a:p>
            <a:r>
              <a:rPr lang="es-ES" dirty="0" err="1"/>
              <a:t>if</a:t>
            </a:r>
            <a:r>
              <a:rPr lang="es-ES" dirty="0"/>
              <a:t> edad &gt;= 18:</a:t>
            </a:r>
          </a:p>
          <a:p>
            <a:r>
              <a:rPr lang="es-ES" dirty="0"/>
              <a:t>    </a:t>
            </a:r>
            <a:r>
              <a:rPr lang="es-ES" dirty="0" err="1"/>
              <a:t>print</a:t>
            </a:r>
            <a:r>
              <a:rPr lang="es-ES" dirty="0"/>
              <a:t>("Eres mayor de edad, puedes pasar.")</a:t>
            </a:r>
          </a:p>
          <a:p>
            <a:r>
              <a:rPr lang="es-ES" dirty="0" err="1"/>
              <a:t>elif</a:t>
            </a:r>
            <a:r>
              <a:rPr lang="es-ES" dirty="0"/>
              <a:t> edad &gt;= 13:</a:t>
            </a:r>
          </a:p>
          <a:p>
            <a:r>
              <a:rPr lang="es-ES" dirty="0"/>
              <a:t>    </a:t>
            </a:r>
            <a:r>
              <a:rPr lang="es-ES" dirty="0" err="1"/>
              <a:t>print</a:t>
            </a:r>
            <a:r>
              <a:rPr lang="es-ES" dirty="0"/>
              <a:t>("Eres adolescente, necesitas permiso.")</a:t>
            </a:r>
          </a:p>
          <a:p>
            <a:r>
              <a:rPr lang="es-ES" dirty="0" err="1"/>
              <a:t>else</a:t>
            </a:r>
            <a:r>
              <a:rPr lang="es-ES" dirty="0"/>
              <a:t>:</a:t>
            </a:r>
          </a:p>
          <a:p>
            <a:r>
              <a:rPr lang="es-ES" dirty="0"/>
              <a:t>    </a:t>
            </a:r>
            <a:r>
              <a:rPr lang="es-ES" dirty="0" err="1"/>
              <a:t>print</a:t>
            </a:r>
            <a:r>
              <a:rPr lang="es-ES" dirty="0"/>
              <a:t>("Eres menor de edad, no puedes pasar.")</a:t>
            </a:r>
            <a:endParaRPr lang="es-CL" dirty="0"/>
          </a:p>
        </p:txBody>
      </p:sp>
    </p:spTree>
    <p:extLst>
      <p:ext uri="{BB962C8B-B14F-4D97-AF65-F5344CB8AC3E}">
        <p14:creationId xmlns:p14="http://schemas.microsoft.com/office/powerpoint/2010/main" val="4101438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29A3EA-80D9-D210-D5BB-14E2D2DA0582}"/>
              </a:ext>
            </a:extLst>
          </p:cNvPr>
          <p:cNvSpPr>
            <a:spLocks noGrp="1"/>
          </p:cNvSpPr>
          <p:nvPr>
            <p:ph type="title"/>
          </p:nvPr>
        </p:nvSpPr>
        <p:spPr/>
        <p:txBody>
          <a:bodyPr>
            <a:normAutofit/>
          </a:bodyPr>
          <a:lstStyle/>
          <a:p>
            <a:r>
              <a:rPr lang="es-ES" dirty="0"/>
              <a:t>A. Clasificador de Notas (Escolar)</a:t>
            </a:r>
            <a:endParaRPr lang="es-CL" dirty="0"/>
          </a:p>
        </p:txBody>
      </p:sp>
      <p:sp>
        <p:nvSpPr>
          <p:cNvPr id="3" name="Marcador de contenido 2">
            <a:extLst>
              <a:ext uri="{FF2B5EF4-FFF2-40B4-BE49-F238E27FC236}">
                <a16:creationId xmlns:a16="http://schemas.microsoft.com/office/drawing/2014/main" id="{053E823F-F1C2-F3AB-614D-6DA600F77A6D}"/>
              </a:ext>
            </a:extLst>
          </p:cNvPr>
          <p:cNvSpPr>
            <a:spLocks noGrp="1"/>
          </p:cNvSpPr>
          <p:nvPr>
            <p:ph idx="1"/>
          </p:nvPr>
        </p:nvSpPr>
        <p:spPr/>
        <p:txBody>
          <a:bodyPr/>
          <a:lstStyle/>
          <a:p>
            <a:r>
              <a:rPr lang="es-ES" sz="1800" dirty="0"/>
              <a:t>Este es el ejemplo más clásico porque todos entienden la escala de notas. Ayuda a entender cómo el orden de los </a:t>
            </a:r>
            <a:r>
              <a:rPr lang="es-ES" sz="1800" dirty="0" err="1"/>
              <a:t>elif</a:t>
            </a:r>
            <a:r>
              <a:rPr lang="es-ES" sz="1800" dirty="0"/>
              <a:t> importa.</a:t>
            </a:r>
          </a:p>
          <a:p>
            <a:endParaRPr lang="es-CL" dirty="0"/>
          </a:p>
        </p:txBody>
      </p:sp>
      <p:sp>
        <p:nvSpPr>
          <p:cNvPr id="5" name="CuadroTexto 4">
            <a:extLst>
              <a:ext uri="{FF2B5EF4-FFF2-40B4-BE49-F238E27FC236}">
                <a16:creationId xmlns:a16="http://schemas.microsoft.com/office/drawing/2014/main" id="{EBC3E33E-4196-DCF0-4B9F-20408DF14D28}"/>
              </a:ext>
            </a:extLst>
          </p:cNvPr>
          <p:cNvSpPr txBox="1"/>
          <p:nvPr/>
        </p:nvSpPr>
        <p:spPr>
          <a:xfrm>
            <a:off x="2708563" y="3223966"/>
            <a:ext cx="6096000" cy="2862322"/>
          </a:xfrm>
          <a:prstGeom prst="rect">
            <a:avLst/>
          </a:prstGeom>
          <a:noFill/>
        </p:spPr>
        <p:txBody>
          <a:bodyPr wrap="square">
            <a:spAutoFit/>
          </a:bodyPr>
          <a:lstStyle/>
          <a:p>
            <a:r>
              <a:rPr lang="es-CL" dirty="0">
                <a:solidFill>
                  <a:schemeClr val="bg1"/>
                </a:solidFill>
              </a:rPr>
              <a:t>nota = </a:t>
            </a:r>
            <a:r>
              <a:rPr lang="es-CL" dirty="0" err="1">
                <a:solidFill>
                  <a:schemeClr val="bg1"/>
                </a:solidFill>
              </a:rPr>
              <a:t>float</a:t>
            </a:r>
            <a:r>
              <a:rPr lang="es-CL" dirty="0">
                <a:solidFill>
                  <a:schemeClr val="bg1"/>
                </a:solidFill>
              </a:rPr>
              <a:t>(input("Ingresa la nota del examen (1-7): "))</a:t>
            </a:r>
          </a:p>
          <a:p>
            <a:endParaRPr lang="es-CL" dirty="0">
              <a:solidFill>
                <a:schemeClr val="bg1"/>
              </a:solidFill>
            </a:endParaRPr>
          </a:p>
          <a:p>
            <a:r>
              <a:rPr lang="es-CL" dirty="0" err="1">
                <a:solidFill>
                  <a:schemeClr val="bg1"/>
                </a:solidFill>
              </a:rPr>
              <a:t>if</a:t>
            </a:r>
            <a:r>
              <a:rPr lang="es-CL" dirty="0">
                <a:solidFill>
                  <a:schemeClr val="bg1"/>
                </a:solidFill>
              </a:rPr>
              <a:t> nota &gt;= 6.0:</a:t>
            </a:r>
          </a:p>
          <a:p>
            <a:r>
              <a:rPr lang="es-CL" dirty="0">
                <a:solidFill>
                  <a:schemeClr val="bg1"/>
                </a:solidFill>
              </a:rPr>
              <a:t>    </a:t>
            </a:r>
            <a:r>
              <a:rPr lang="es-CL" dirty="0" err="1">
                <a:solidFill>
                  <a:schemeClr val="bg1"/>
                </a:solidFill>
              </a:rPr>
              <a:t>print</a:t>
            </a:r>
            <a:r>
              <a:rPr lang="es-CL" dirty="0">
                <a:solidFill>
                  <a:schemeClr val="bg1"/>
                </a:solidFill>
              </a:rPr>
              <a:t>("Excelente desempeño.")</a:t>
            </a:r>
          </a:p>
          <a:p>
            <a:r>
              <a:rPr lang="es-CL" dirty="0" err="1">
                <a:solidFill>
                  <a:schemeClr val="bg1"/>
                </a:solidFill>
              </a:rPr>
              <a:t>elif</a:t>
            </a:r>
            <a:r>
              <a:rPr lang="es-CL" dirty="0">
                <a:solidFill>
                  <a:schemeClr val="bg1"/>
                </a:solidFill>
              </a:rPr>
              <a:t> nota &gt;= 5.0:</a:t>
            </a:r>
          </a:p>
          <a:p>
            <a:r>
              <a:rPr lang="es-CL" dirty="0">
                <a:solidFill>
                  <a:schemeClr val="bg1"/>
                </a:solidFill>
              </a:rPr>
              <a:t>    </a:t>
            </a:r>
            <a:r>
              <a:rPr lang="es-CL" dirty="0" err="1">
                <a:solidFill>
                  <a:schemeClr val="bg1"/>
                </a:solidFill>
              </a:rPr>
              <a:t>print</a:t>
            </a:r>
            <a:r>
              <a:rPr lang="es-CL" dirty="0">
                <a:solidFill>
                  <a:schemeClr val="bg1"/>
                </a:solidFill>
              </a:rPr>
              <a:t>("Buen desempeño.")</a:t>
            </a:r>
          </a:p>
          <a:p>
            <a:r>
              <a:rPr lang="es-CL" dirty="0" err="1">
                <a:solidFill>
                  <a:schemeClr val="bg1"/>
                </a:solidFill>
              </a:rPr>
              <a:t>elif</a:t>
            </a:r>
            <a:r>
              <a:rPr lang="es-CL" dirty="0">
                <a:solidFill>
                  <a:schemeClr val="bg1"/>
                </a:solidFill>
              </a:rPr>
              <a:t> nota &gt;= 4.0:</a:t>
            </a:r>
          </a:p>
          <a:p>
            <a:r>
              <a:rPr lang="es-CL" dirty="0">
                <a:solidFill>
                  <a:schemeClr val="bg1"/>
                </a:solidFill>
              </a:rPr>
              <a:t>    </a:t>
            </a:r>
            <a:r>
              <a:rPr lang="es-CL" dirty="0" err="1">
                <a:solidFill>
                  <a:schemeClr val="bg1"/>
                </a:solidFill>
              </a:rPr>
              <a:t>print</a:t>
            </a:r>
            <a:r>
              <a:rPr lang="es-CL" dirty="0">
                <a:solidFill>
                  <a:schemeClr val="bg1"/>
                </a:solidFill>
              </a:rPr>
              <a:t>("Aprobado.")</a:t>
            </a:r>
          </a:p>
          <a:p>
            <a:r>
              <a:rPr lang="es-CL" dirty="0" err="1">
                <a:solidFill>
                  <a:schemeClr val="bg1"/>
                </a:solidFill>
              </a:rPr>
              <a:t>else</a:t>
            </a:r>
            <a:r>
              <a:rPr lang="es-CL" dirty="0">
                <a:solidFill>
                  <a:schemeClr val="bg1"/>
                </a:solidFill>
              </a:rPr>
              <a:t>:</a:t>
            </a:r>
          </a:p>
          <a:p>
            <a:r>
              <a:rPr lang="es-CL" dirty="0">
                <a:solidFill>
                  <a:schemeClr val="bg1"/>
                </a:solidFill>
              </a:rPr>
              <a:t>    </a:t>
            </a:r>
            <a:r>
              <a:rPr lang="es-CL" dirty="0" err="1">
                <a:solidFill>
                  <a:schemeClr val="bg1"/>
                </a:solidFill>
              </a:rPr>
              <a:t>print</a:t>
            </a:r>
            <a:r>
              <a:rPr lang="es-CL" dirty="0">
                <a:solidFill>
                  <a:schemeClr val="bg1"/>
                </a:solidFill>
              </a:rPr>
              <a:t>("Reprobado. Debes estudiar más.")</a:t>
            </a:r>
          </a:p>
        </p:txBody>
      </p:sp>
    </p:spTree>
    <p:extLst>
      <p:ext uri="{BB962C8B-B14F-4D97-AF65-F5344CB8AC3E}">
        <p14:creationId xmlns:p14="http://schemas.microsoft.com/office/powerpoint/2010/main" val="681296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C31271-CB04-7FA8-8DA5-93E555EE1776}"/>
              </a:ext>
            </a:extLst>
          </p:cNvPr>
          <p:cNvSpPr>
            <a:spLocks noGrp="1"/>
          </p:cNvSpPr>
          <p:nvPr>
            <p:ph type="title"/>
          </p:nvPr>
        </p:nvSpPr>
        <p:spPr/>
        <p:txBody>
          <a:bodyPr/>
          <a:lstStyle/>
          <a:p>
            <a:r>
              <a:rPr lang="es-CL" dirty="0"/>
              <a:t>Sistema de Descuentos (E-</a:t>
            </a:r>
            <a:r>
              <a:rPr lang="es-CL" dirty="0" err="1"/>
              <a:t>commerce</a:t>
            </a:r>
            <a:r>
              <a:rPr lang="es-CL" dirty="0"/>
              <a:t>)</a:t>
            </a:r>
          </a:p>
        </p:txBody>
      </p:sp>
      <p:sp>
        <p:nvSpPr>
          <p:cNvPr id="3" name="Marcador de contenido 2">
            <a:extLst>
              <a:ext uri="{FF2B5EF4-FFF2-40B4-BE49-F238E27FC236}">
                <a16:creationId xmlns:a16="http://schemas.microsoft.com/office/drawing/2014/main" id="{7BE70E30-7389-B00D-E468-8ED974468D37}"/>
              </a:ext>
            </a:extLst>
          </p:cNvPr>
          <p:cNvSpPr>
            <a:spLocks noGrp="1"/>
          </p:cNvSpPr>
          <p:nvPr>
            <p:ph idx="1"/>
          </p:nvPr>
        </p:nvSpPr>
        <p:spPr/>
        <p:txBody>
          <a:bodyPr/>
          <a:lstStyle/>
          <a:p>
            <a:r>
              <a:rPr lang="es-ES" dirty="0"/>
              <a:t>Explica cómo las empresas incentivan las compras grandes.</a:t>
            </a:r>
            <a:endParaRPr lang="es-CL" dirty="0"/>
          </a:p>
        </p:txBody>
      </p:sp>
      <p:sp>
        <p:nvSpPr>
          <p:cNvPr id="5" name="CuadroTexto 4">
            <a:extLst>
              <a:ext uri="{FF2B5EF4-FFF2-40B4-BE49-F238E27FC236}">
                <a16:creationId xmlns:a16="http://schemas.microsoft.com/office/drawing/2014/main" id="{37649616-074A-689B-FDC1-2E89C6D46ED8}"/>
              </a:ext>
            </a:extLst>
          </p:cNvPr>
          <p:cNvSpPr txBox="1"/>
          <p:nvPr/>
        </p:nvSpPr>
        <p:spPr>
          <a:xfrm>
            <a:off x="2985655" y="2649049"/>
            <a:ext cx="6096000" cy="3139321"/>
          </a:xfrm>
          <a:prstGeom prst="rect">
            <a:avLst/>
          </a:prstGeom>
          <a:noFill/>
        </p:spPr>
        <p:txBody>
          <a:bodyPr wrap="square">
            <a:spAutoFit/>
          </a:bodyPr>
          <a:lstStyle/>
          <a:p>
            <a:r>
              <a:rPr lang="es-CL" dirty="0">
                <a:solidFill>
                  <a:schemeClr val="bg1"/>
                </a:solidFill>
              </a:rPr>
              <a:t>monto = </a:t>
            </a:r>
            <a:r>
              <a:rPr lang="es-CL" dirty="0" err="1">
                <a:solidFill>
                  <a:schemeClr val="bg1"/>
                </a:solidFill>
              </a:rPr>
              <a:t>float</a:t>
            </a:r>
            <a:r>
              <a:rPr lang="es-CL" dirty="0">
                <a:solidFill>
                  <a:schemeClr val="bg1"/>
                </a:solidFill>
              </a:rPr>
              <a:t>(input("Total de la compra: "))</a:t>
            </a:r>
          </a:p>
          <a:p>
            <a:endParaRPr lang="es-CL" dirty="0">
              <a:solidFill>
                <a:schemeClr val="bg1"/>
              </a:solidFill>
            </a:endParaRPr>
          </a:p>
          <a:p>
            <a:r>
              <a:rPr lang="es-CL" dirty="0" err="1">
                <a:solidFill>
                  <a:schemeClr val="bg1"/>
                </a:solidFill>
              </a:rPr>
              <a:t>if</a:t>
            </a:r>
            <a:r>
              <a:rPr lang="es-CL" dirty="0">
                <a:solidFill>
                  <a:schemeClr val="bg1"/>
                </a:solidFill>
              </a:rPr>
              <a:t> monto &gt; 1000:</a:t>
            </a:r>
          </a:p>
          <a:p>
            <a:r>
              <a:rPr lang="es-CL" dirty="0">
                <a:solidFill>
                  <a:schemeClr val="bg1"/>
                </a:solidFill>
              </a:rPr>
              <a:t>    descuento = 0.20  # 20%</a:t>
            </a:r>
          </a:p>
          <a:p>
            <a:r>
              <a:rPr lang="es-CL" dirty="0" err="1">
                <a:solidFill>
                  <a:schemeClr val="bg1"/>
                </a:solidFill>
              </a:rPr>
              <a:t>elif</a:t>
            </a:r>
            <a:r>
              <a:rPr lang="es-CL" dirty="0">
                <a:solidFill>
                  <a:schemeClr val="bg1"/>
                </a:solidFill>
              </a:rPr>
              <a:t> monto &gt; 500:</a:t>
            </a:r>
          </a:p>
          <a:p>
            <a:r>
              <a:rPr lang="es-CL" dirty="0">
                <a:solidFill>
                  <a:schemeClr val="bg1"/>
                </a:solidFill>
              </a:rPr>
              <a:t>    descuento = 0.10  # 10%</a:t>
            </a:r>
          </a:p>
          <a:p>
            <a:r>
              <a:rPr lang="es-CL" dirty="0" err="1">
                <a:solidFill>
                  <a:schemeClr val="bg1"/>
                </a:solidFill>
              </a:rPr>
              <a:t>else</a:t>
            </a:r>
            <a:r>
              <a:rPr lang="es-CL" dirty="0">
                <a:solidFill>
                  <a:schemeClr val="bg1"/>
                </a:solidFill>
              </a:rPr>
              <a:t>:</a:t>
            </a:r>
          </a:p>
          <a:p>
            <a:r>
              <a:rPr lang="es-CL" dirty="0">
                <a:solidFill>
                  <a:schemeClr val="bg1"/>
                </a:solidFill>
              </a:rPr>
              <a:t>    descuento = 0     # Sin descuento</a:t>
            </a:r>
          </a:p>
          <a:p>
            <a:endParaRPr lang="es-CL" dirty="0">
              <a:solidFill>
                <a:schemeClr val="bg1"/>
              </a:solidFill>
            </a:endParaRPr>
          </a:p>
          <a:p>
            <a:r>
              <a:rPr lang="es-CL" dirty="0">
                <a:solidFill>
                  <a:schemeClr val="bg1"/>
                </a:solidFill>
              </a:rPr>
              <a:t>final = monto * (1 - descuento)</a:t>
            </a:r>
          </a:p>
          <a:p>
            <a:r>
              <a:rPr lang="es-CL" dirty="0" err="1">
                <a:solidFill>
                  <a:schemeClr val="bg1"/>
                </a:solidFill>
              </a:rPr>
              <a:t>print</a:t>
            </a:r>
            <a:r>
              <a:rPr lang="es-CL" dirty="0">
                <a:solidFill>
                  <a:schemeClr val="bg1"/>
                </a:solidFill>
              </a:rPr>
              <a:t>(</a:t>
            </a:r>
            <a:r>
              <a:rPr lang="es-CL" dirty="0" err="1">
                <a:solidFill>
                  <a:schemeClr val="bg1"/>
                </a:solidFill>
              </a:rPr>
              <a:t>f"El</a:t>
            </a:r>
            <a:r>
              <a:rPr lang="es-CL" dirty="0">
                <a:solidFill>
                  <a:schemeClr val="bg1"/>
                </a:solidFill>
              </a:rPr>
              <a:t> total a pagar con descuento es: $ {final}")</a:t>
            </a:r>
          </a:p>
        </p:txBody>
      </p:sp>
    </p:spTree>
    <p:extLst>
      <p:ext uri="{BB962C8B-B14F-4D97-AF65-F5344CB8AC3E}">
        <p14:creationId xmlns:p14="http://schemas.microsoft.com/office/powerpoint/2010/main" val="3072249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B17A52-5656-EC06-1B09-CE60F893C44B}"/>
              </a:ext>
            </a:extLst>
          </p:cNvPr>
          <p:cNvSpPr>
            <a:spLocks noGrp="1"/>
          </p:cNvSpPr>
          <p:nvPr>
            <p:ph type="title"/>
          </p:nvPr>
        </p:nvSpPr>
        <p:spPr/>
        <p:txBody>
          <a:bodyPr/>
          <a:lstStyle/>
          <a:p>
            <a:r>
              <a:rPr lang="es-CL" dirty="0"/>
              <a:t>Ahora te toca a ti</a:t>
            </a:r>
          </a:p>
        </p:txBody>
      </p:sp>
      <p:sp>
        <p:nvSpPr>
          <p:cNvPr id="3" name="Marcador de contenido 2">
            <a:extLst>
              <a:ext uri="{FF2B5EF4-FFF2-40B4-BE49-F238E27FC236}">
                <a16:creationId xmlns:a16="http://schemas.microsoft.com/office/drawing/2014/main" id="{F29BEDA8-6EEF-6B89-83C2-477A01037D17}"/>
              </a:ext>
            </a:extLst>
          </p:cNvPr>
          <p:cNvSpPr>
            <a:spLocks noGrp="1"/>
          </p:cNvSpPr>
          <p:nvPr>
            <p:ph idx="1"/>
          </p:nvPr>
        </p:nvSpPr>
        <p:spPr/>
        <p:txBody>
          <a:bodyPr/>
          <a:lstStyle/>
          <a:p>
            <a:r>
              <a:rPr lang="es-ES" b="1" dirty="0"/>
              <a:t>Reto 1: El Validador de Contraseñas</a:t>
            </a:r>
          </a:p>
          <a:p>
            <a:r>
              <a:rPr lang="es-ES" b="1" dirty="0"/>
              <a:t>Objetivo:</a:t>
            </a:r>
            <a:r>
              <a:rPr lang="es-ES" dirty="0"/>
              <a:t> Practicar la comparación de </a:t>
            </a:r>
            <a:r>
              <a:rPr lang="es-ES" dirty="0" err="1"/>
              <a:t>strings</a:t>
            </a:r>
            <a:r>
              <a:rPr lang="es-ES" dirty="0"/>
              <a:t> (==).</a:t>
            </a:r>
          </a:p>
          <a:p>
            <a:r>
              <a:rPr lang="es-ES" b="1" dirty="0"/>
              <a:t>Instrucciones:</a:t>
            </a:r>
            <a:r>
              <a:rPr lang="es-ES" dirty="0"/>
              <a:t> Crea una variable </a:t>
            </a:r>
            <a:r>
              <a:rPr lang="es-ES" dirty="0" err="1"/>
              <a:t>clave_real</a:t>
            </a:r>
            <a:r>
              <a:rPr lang="es-ES" dirty="0"/>
              <a:t> = "Python123". Pide al usuario que ingrese una contraseña. Si acierta, imprime "Acceso concedido", de lo contrario, "Acceso denegado". E imprime si ingreso o no</a:t>
            </a:r>
          </a:p>
          <a:p>
            <a:endParaRPr lang="es-CL" dirty="0"/>
          </a:p>
        </p:txBody>
      </p:sp>
    </p:spTree>
    <p:extLst>
      <p:ext uri="{BB962C8B-B14F-4D97-AF65-F5344CB8AC3E}">
        <p14:creationId xmlns:p14="http://schemas.microsoft.com/office/powerpoint/2010/main" val="2950962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6DC4F58-6481-753F-29F5-5BB7ACAD8F0C}"/>
              </a:ext>
            </a:extLst>
          </p:cNvPr>
          <p:cNvSpPr>
            <a:spLocks noGrp="1"/>
          </p:cNvSpPr>
          <p:nvPr>
            <p:ph idx="1"/>
          </p:nvPr>
        </p:nvSpPr>
        <p:spPr>
          <a:xfrm>
            <a:off x="886691" y="1062759"/>
            <a:ext cx="10515600" cy="4195763"/>
          </a:xfrm>
        </p:spPr>
        <p:txBody>
          <a:bodyPr/>
          <a:lstStyle/>
          <a:p>
            <a:r>
              <a:rPr lang="es-ES" b="1" dirty="0"/>
              <a:t>Reto 2: Etapas de la Vida</a:t>
            </a:r>
          </a:p>
          <a:p>
            <a:r>
              <a:rPr lang="es-ES" b="1" dirty="0"/>
              <a:t>Objetivo:</a:t>
            </a:r>
            <a:r>
              <a:rPr lang="es-ES" dirty="0"/>
              <a:t> Usar rangos numéricos.</a:t>
            </a:r>
          </a:p>
          <a:p>
            <a:r>
              <a:rPr lang="es-ES" b="1" dirty="0"/>
              <a:t>Instrucciones:</a:t>
            </a:r>
            <a:r>
              <a:rPr lang="es-ES" dirty="0"/>
              <a:t> Pide la edad al usuario.</a:t>
            </a:r>
          </a:p>
          <a:p>
            <a:pPr lvl="1"/>
            <a:r>
              <a:rPr lang="es-ES" dirty="0"/>
              <a:t>Menor de 12: "Niño"</a:t>
            </a:r>
          </a:p>
          <a:p>
            <a:pPr lvl="1"/>
            <a:r>
              <a:rPr lang="es-ES" dirty="0"/>
              <a:t>Entre 13 y 17: "Adolescente"</a:t>
            </a:r>
          </a:p>
          <a:p>
            <a:pPr lvl="1"/>
            <a:r>
              <a:rPr lang="es-ES" dirty="0"/>
              <a:t>Entre 18 y 64: "Adulto"</a:t>
            </a:r>
          </a:p>
          <a:p>
            <a:pPr lvl="1"/>
            <a:r>
              <a:rPr lang="es-ES" dirty="0"/>
              <a:t>65 o más: "Adulto Mayor"</a:t>
            </a:r>
          </a:p>
          <a:p>
            <a:endParaRPr lang="es-CL" dirty="0"/>
          </a:p>
        </p:txBody>
      </p:sp>
    </p:spTree>
    <p:extLst>
      <p:ext uri="{BB962C8B-B14F-4D97-AF65-F5344CB8AC3E}">
        <p14:creationId xmlns:p14="http://schemas.microsoft.com/office/powerpoint/2010/main" val="2797372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7B6AE7E-1403-5E0A-0E1F-EEE455F81049}"/>
              </a:ext>
            </a:extLst>
          </p:cNvPr>
          <p:cNvSpPr>
            <a:spLocks noGrp="1"/>
          </p:cNvSpPr>
          <p:nvPr>
            <p:ph idx="1"/>
          </p:nvPr>
        </p:nvSpPr>
        <p:spPr>
          <a:xfrm>
            <a:off x="928254" y="965778"/>
            <a:ext cx="10515600" cy="4195763"/>
          </a:xfrm>
        </p:spPr>
        <p:txBody>
          <a:bodyPr/>
          <a:lstStyle/>
          <a:p>
            <a:r>
              <a:rPr lang="es-ES" b="1" dirty="0"/>
              <a:t>Reto 3: Par o Impar (Avanzado)</a:t>
            </a:r>
          </a:p>
          <a:p>
            <a:r>
              <a:rPr lang="es-ES" b="1" dirty="0"/>
              <a:t>Objetivo:</a:t>
            </a:r>
            <a:r>
              <a:rPr lang="es-ES" dirty="0"/>
              <a:t> Introducir el operador módulo %.</a:t>
            </a:r>
          </a:p>
          <a:p>
            <a:r>
              <a:rPr lang="es-ES" b="1" dirty="0"/>
              <a:t>Instrucciones:</a:t>
            </a:r>
            <a:r>
              <a:rPr lang="es-ES" dirty="0"/>
              <a:t> Pide un número. Si numero % 2 == 0, es par. Si no, es impar.</a:t>
            </a:r>
          </a:p>
          <a:p>
            <a:endParaRPr lang="es-CL" dirty="0"/>
          </a:p>
        </p:txBody>
      </p:sp>
    </p:spTree>
    <p:extLst>
      <p:ext uri="{BB962C8B-B14F-4D97-AF65-F5344CB8AC3E}">
        <p14:creationId xmlns:p14="http://schemas.microsoft.com/office/powerpoint/2010/main" val="724200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1A03F-7B84-6513-3DFF-58562C48DE4A}"/>
              </a:ext>
            </a:extLst>
          </p:cNvPr>
          <p:cNvSpPr>
            <a:spLocks noGrp="1"/>
          </p:cNvSpPr>
          <p:nvPr>
            <p:ph type="title"/>
          </p:nvPr>
        </p:nvSpPr>
        <p:spPr/>
        <p:txBody>
          <a:bodyPr>
            <a:normAutofit fontScale="90000"/>
          </a:bodyPr>
          <a:lstStyle/>
          <a:p>
            <a:r>
              <a:rPr lang="es-CL" dirty="0"/>
              <a:t>El Switch Case </a:t>
            </a:r>
            <a:br>
              <a:rPr lang="es-CL" dirty="0"/>
            </a:br>
            <a:r>
              <a:rPr lang="es-CL" dirty="0"/>
              <a:t>(conocido en Python como match-case)</a:t>
            </a:r>
          </a:p>
        </p:txBody>
      </p:sp>
      <p:sp>
        <p:nvSpPr>
          <p:cNvPr id="3" name="Marcador de contenido 2">
            <a:extLst>
              <a:ext uri="{FF2B5EF4-FFF2-40B4-BE49-F238E27FC236}">
                <a16:creationId xmlns:a16="http://schemas.microsoft.com/office/drawing/2014/main" id="{848CA03D-6C8C-B588-AE65-0860B76BD2AB}"/>
              </a:ext>
            </a:extLst>
          </p:cNvPr>
          <p:cNvSpPr>
            <a:spLocks noGrp="1"/>
          </p:cNvSpPr>
          <p:nvPr>
            <p:ph idx="1"/>
          </p:nvPr>
        </p:nvSpPr>
        <p:spPr/>
        <p:txBody>
          <a:bodyPr>
            <a:normAutofit/>
          </a:bodyPr>
          <a:lstStyle/>
          <a:p>
            <a:r>
              <a:rPr lang="es-ES" sz="2000" dirty="0"/>
              <a:t>Es una estructura de control de flujo que permite elegir entre múltiples opciones de una manera más limpia y legible que usar muchos </a:t>
            </a:r>
            <a:r>
              <a:rPr lang="es-ES" sz="2000" dirty="0" err="1"/>
              <a:t>elif</a:t>
            </a:r>
            <a:r>
              <a:rPr lang="es-ES" sz="2000" dirty="0"/>
              <a:t> seguidos.</a:t>
            </a:r>
          </a:p>
          <a:p>
            <a:endParaRPr lang="es-ES" sz="2000" dirty="0"/>
          </a:p>
          <a:p>
            <a:r>
              <a:rPr lang="es-ES" sz="2000" b="1" dirty="0"/>
              <a:t>Definición y Concepto</a:t>
            </a:r>
          </a:p>
          <a:p>
            <a:r>
              <a:rPr lang="es-ES" sz="2000" dirty="0"/>
              <a:t>El </a:t>
            </a:r>
            <a:r>
              <a:rPr lang="es-ES" dirty="0"/>
              <a:t>match-case</a:t>
            </a:r>
            <a:r>
              <a:rPr lang="es-ES" sz="2000" dirty="0"/>
              <a:t> compara el valor de una </a:t>
            </a:r>
            <a:r>
              <a:rPr lang="es-ES" sz="2000" b="1" dirty="0"/>
              <a:t>variable</a:t>
            </a:r>
            <a:r>
              <a:rPr lang="es-ES" sz="2000" dirty="0"/>
              <a:t> contra diferentes </a:t>
            </a:r>
            <a:r>
              <a:rPr lang="es-ES" sz="2000" b="1" dirty="0"/>
              <a:t>patrones</a:t>
            </a:r>
            <a:r>
              <a:rPr lang="es-ES" sz="2000" dirty="0"/>
              <a:t> (casos). Cuando encuentra una coincidencia, ejecuta el bloque de código correspondiente y sale de la estructura.</a:t>
            </a:r>
          </a:p>
          <a:p>
            <a:r>
              <a:rPr lang="es-ES" sz="2000" b="1" dirty="0"/>
              <a:t>Analogía:</a:t>
            </a:r>
            <a:r>
              <a:rPr lang="es-ES" sz="2000" dirty="0"/>
              <a:t> Imagina un selector de canales en una televisión. Tú presionas un número (la variable) y la televisión busca exactamente ese canal (el caso). Si el número no existe, se queda en pantalla negra o muestra un mensaje de error (caso por defecto).</a:t>
            </a:r>
          </a:p>
          <a:p>
            <a:endParaRPr lang="es-CL" sz="2000" dirty="0"/>
          </a:p>
        </p:txBody>
      </p:sp>
    </p:spTree>
    <p:extLst>
      <p:ext uri="{BB962C8B-B14F-4D97-AF65-F5344CB8AC3E}">
        <p14:creationId xmlns:p14="http://schemas.microsoft.com/office/powerpoint/2010/main" val="3938942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BED99-07DC-3944-4720-0F15EB847819}"/>
              </a:ext>
            </a:extLst>
          </p:cNvPr>
          <p:cNvSpPr>
            <a:spLocks noGrp="1"/>
          </p:cNvSpPr>
          <p:nvPr>
            <p:ph type="title"/>
          </p:nvPr>
        </p:nvSpPr>
        <p:spPr/>
        <p:txBody>
          <a:bodyPr/>
          <a:lstStyle/>
          <a:p>
            <a:r>
              <a:rPr lang="es-CL" dirty="0"/>
              <a:t>Sintaxis en Python (match-case)</a:t>
            </a:r>
          </a:p>
        </p:txBody>
      </p:sp>
      <p:sp>
        <p:nvSpPr>
          <p:cNvPr id="3" name="Marcador de contenido 2">
            <a:extLst>
              <a:ext uri="{FF2B5EF4-FFF2-40B4-BE49-F238E27FC236}">
                <a16:creationId xmlns:a16="http://schemas.microsoft.com/office/drawing/2014/main" id="{BE438E80-E974-1814-F79F-F8D125640C3C}"/>
              </a:ext>
            </a:extLst>
          </p:cNvPr>
          <p:cNvSpPr>
            <a:spLocks noGrp="1"/>
          </p:cNvSpPr>
          <p:nvPr>
            <p:ph idx="1"/>
          </p:nvPr>
        </p:nvSpPr>
        <p:spPr/>
        <p:txBody>
          <a:bodyPr>
            <a:normAutofit/>
          </a:bodyPr>
          <a:lstStyle/>
          <a:p>
            <a:r>
              <a:rPr lang="es-ES" sz="2000" dirty="0"/>
              <a:t>A diferencia de los </a:t>
            </a:r>
            <a:r>
              <a:rPr lang="es-ES" sz="2000" dirty="0" err="1"/>
              <a:t>if</a:t>
            </a:r>
            <a:r>
              <a:rPr lang="es-ES" sz="2000" dirty="0"/>
              <a:t>, aquí no evaluamos condiciones complejas (como x &gt; 10), sino que comparamos valores exactos.</a:t>
            </a:r>
            <a:endParaRPr lang="es-CL" sz="2000" dirty="0"/>
          </a:p>
        </p:txBody>
      </p:sp>
      <p:sp>
        <p:nvSpPr>
          <p:cNvPr id="5" name="CuadroTexto 4">
            <a:extLst>
              <a:ext uri="{FF2B5EF4-FFF2-40B4-BE49-F238E27FC236}">
                <a16:creationId xmlns:a16="http://schemas.microsoft.com/office/drawing/2014/main" id="{DAFD6DA5-9534-6F8D-1709-AB5D81E180E4}"/>
              </a:ext>
            </a:extLst>
          </p:cNvPr>
          <p:cNvSpPr txBox="1"/>
          <p:nvPr/>
        </p:nvSpPr>
        <p:spPr>
          <a:xfrm>
            <a:off x="5320145" y="2545232"/>
            <a:ext cx="6096000" cy="3693319"/>
          </a:xfrm>
          <a:prstGeom prst="rect">
            <a:avLst/>
          </a:prstGeom>
          <a:noFill/>
        </p:spPr>
        <p:txBody>
          <a:bodyPr wrap="square">
            <a:spAutoFit/>
          </a:bodyPr>
          <a:lstStyle/>
          <a:p>
            <a:r>
              <a:rPr lang="es-CL" dirty="0" err="1">
                <a:solidFill>
                  <a:schemeClr val="bg1"/>
                </a:solidFill>
              </a:rPr>
              <a:t>opcion</a:t>
            </a:r>
            <a:r>
              <a:rPr lang="es-CL" dirty="0">
                <a:solidFill>
                  <a:schemeClr val="bg1"/>
                </a:solidFill>
              </a:rPr>
              <a:t> = input("Elige un sabor (vainilla, chocolate, fresa): ").</a:t>
            </a:r>
            <a:r>
              <a:rPr lang="es-CL" dirty="0" err="1">
                <a:solidFill>
                  <a:schemeClr val="bg1"/>
                </a:solidFill>
              </a:rPr>
              <a:t>lower</a:t>
            </a:r>
            <a:r>
              <a:rPr lang="es-CL" dirty="0">
                <a:solidFill>
                  <a:schemeClr val="bg1"/>
                </a:solidFill>
              </a:rPr>
              <a:t>()</a:t>
            </a:r>
          </a:p>
          <a:p>
            <a:endParaRPr lang="es-CL" dirty="0">
              <a:solidFill>
                <a:schemeClr val="bg1"/>
              </a:solidFill>
            </a:endParaRPr>
          </a:p>
          <a:p>
            <a:r>
              <a:rPr lang="es-CL" dirty="0">
                <a:solidFill>
                  <a:schemeClr val="bg1"/>
                </a:solidFill>
              </a:rPr>
              <a:t>match </a:t>
            </a:r>
            <a:r>
              <a:rPr lang="es-CL" dirty="0" err="1">
                <a:solidFill>
                  <a:schemeClr val="bg1"/>
                </a:solidFill>
              </a:rPr>
              <a:t>opcion</a:t>
            </a:r>
            <a:r>
              <a:rPr lang="es-CL" dirty="0">
                <a:solidFill>
                  <a:schemeClr val="bg1"/>
                </a:solidFill>
              </a:rPr>
              <a:t>:</a:t>
            </a:r>
          </a:p>
          <a:p>
            <a:r>
              <a:rPr lang="es-CL" dirty="0">
                <a:solidFill>
                  <a:schemeClr val="bg1"/>
                </a:solidFill>
              </a:rPr>
              <a:t>    case "vainilla":</a:t>
            </a:r>
          </a:p>
          <a:p>
            <a:r>
              <a:rPr lang="es-CL" dirty="0">
                <a:solidFill>
                  <a:schemeClr val="bg1"/>
                </a:solidFill>
              </a:rPr>
              <a:t>        </a:t>
            </a:r>
            <a:r>
              <a:rPr lang="es-CL" dirty="0" err="1">
                <a:solidFill>
                  <a:schemeClr val="bg1"/>
                </a:solidFill>
              </a:rPr>
              <a:t>print</a:t>
            </a:r>
            <a:r>
              <a:rPr lang="es-CL" dirty="0">
                <a:solidFill>
                  <a:schemeClr val="bg1"/>
                </a:solidFill>
              </a:rPr>
              <a:t>("Has elegido Vainilla. ¡Clásico!")</a:t>
            </a:r>
          </a:p>
          <a:p>
            <a:r>
              <a:rPr lang="es-CL" dirty="0">
                <a:solidFill>
                  <a:schemeClr val="bg1"/>
                </a:solidFill>
              </a:rPr>
              <a:t>    case "chocolate":</a:t>
            </a:r>
          </a:p>
          <a:p>
            <a:r>
              <a:rPr lang="es-CL" dirty="0">
                <a:solidFill>
                  <a:schemeClr val="bg1"/>
                </a:solidFill>
              </a:rPr>
              <a:t>        </a:t>
            </a:r>
            <a:r>
              <a:rPr lang="es-CL" dirty="0" err="1">
                <a:solidFill>
                  <a:schemeClr val="bg1"/>
                </a:solidFill>
              </a:rPr>
              <a:t>print</a:t>
            </a:r>
            <a:r>
              <a:rPr lang="es-CL" dirty="0">
                <a:solidFill>
                  <a:schemeClr val="bg1"/>
                </a:solidFill>
              </a:rPr>
              <a:t>("Has elegido Chocolate. ¡Delicioso!")</a:t>
            </a:r>
          </a:p>
          <a:p>
            <a:r>
              <a:rPr lang="es-CL" dirty="0">
                <a:solidFill>
                  <a:schemeClr val="bg1"/>
                </a:solidFill>
              </a:rPr>
              <a:t>    case "fresa":</a:t>
            </a:r>
          </a:p>
          <a:p>
            <a:r>
              <a:rPr lang="es-CL" dirty="0">
                <a:solidFill>
                  <a:schemeClr val="bg1"/>
                </a:solidFill>
              </a:rPr>
              <a:t>        </a:t>
            </a:r>
            <a:r>
              <a:rPr lang="es-CL" dirty="0" err="1">
                <a:solidFill>
                  <a:schemeClr val="bg1"/>
                </a:solidFill>
              </a:rPr>
              <a:t>print</a:t>
            </a:r>
            <a:r>
              <a:rPr lang="es-CL" dirty="0">
                <a:solidFill>
                  <a:schemeClr val="bg1"/>
                </a:solidFill>
              </a:rPr>
              <a:t>("Has elegido Fresa. ¡Fresco!")</a:t>
            </a:r>
          </a:p>
          <a:p>
            <a:r>
              <a:rPr lang="es-CL" dirty="0">
                <a:solidFill>
                  <a:schemeClr val="bg1"/>
                </a:solidFill>
              </a:rPr>
              <a:t>    case _:</a:t>
            </a:r>
          </a:p>
          <a:p>
            <a:r>
              <a:rPr lang="es-CL" dirty="0">
                <a:solidFill>
                  <a:schemeClr val="bg1"/>
                </a:solidFill>
              </a:rPr>
              <a:t>        </a:t>
            </a:r>
            <a:r>
              <a:rPr lang="es-CL" dirty="0" err="1">
                <a:solidFill>
                  <a:schemeClr val="bg1"/>
                </a:solidFill>
              </a:rPr>
              <a:t>print</a:t>
            </a:r>
            <a:r>
              <a:rPr lang="es-CL" dirty="0">
                <a:solidFill>
                  <a:schemeClr val="bg1"/>
                </a:solidFill>
              </a:rPr>
              <a:t>("Ese sabor no está en el menú.") # El guion bajo es el '</a:t>
            </a:r>
            <a:r>
              <a:rPr lang="es-CL" dirty="0" err="1">
                <a:solidFill>
                  <a:schemeClr val="bg1"/>
                </a:solidFill>
              </a:rPr>
              <a:t>else</a:t>
            </a:r>
            <a:r>
              <a:rPr lang="es-CL" dirty="0">
                <a:solidFill>
                  <a:schemeClr val="bg1"/>
                </a:solidFill>
              </a:rPr>
              <a:t>'</a:t>
            </a:r>
          </a:p>
        </p:txBody>
      </p:sp>
    </p:spTree>
    <p:extLst>
      <p:ext uri="{BB962C8B-B14F-4D97-AF65-F5344CB8AC3E}">
        <p14:creationId xmlns:p14="http://schemas.microsoft.com/office/powerpoint/2010/main" val="3300364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89E7C5-8F6F-8C6C-8254-0E13A77925C0}"/>
              </a:ext>
            </a:extLst>
          </p:cNvPr>
          <p:cNvSpPr>
            <a:spLocks noGrp="1"/>
          </p:cNvSpPr>
          <p:nvPr>
            <p:ph type="title"/>
          </p:nvPr>
        </p:nvSpPr>
        <p:spPr/>
        <p:txBody>
          <a:bodyPr/>
          <a:lstStyle/>
          <a:p>
            <a:r>
              <a:rPr lang="es-ES" dirty="0"/>
              <a:t>Casos de Uso (¿Cuándo usarlo?)</a:t>
            </a:r>
            <a:endParaRPr lang="es-CL" dirty="0"/>
          </a:p>
        </p:txBody>
      </p:sp>
      <p:sp>
        <p:nvSpPr>
          <p:cNvPr id="3" name="Marcador de contenido 2">
            <a:extLst>
              <a:ext uri="{FF2B5EF4-FFF2-40B4-BE49-F238E27FC236}">
                <a16:creationId xmlns:a16="http://schemas.microsoft.com/office/drawing/2014/main" id="{4D21AEF0-E51D-ED74-7A60-33BA6DBB5A39}"/>
              </a:ext>
            </a:extLst>
          </p:cNvPr>
          <p:cNvSpPr>
            <a:spLocks noGrp="1"/>
          </p:cNvSpPr>
          <p:nvPr>
            <p:ph idx="1"/>
          </p:nvPr>
        </p:nvSpPr>
        <p:spPr/>
        <p:txBody>
          <a:bodyPr>
            <a:normAutofit fontScale="92500" lnSpcReduction="10000"/>
          </a:bodyPr>
          <a:lstStyle/>
          <a:p>
            <a:r>
              <a:rPr lang="es-ES" dirty="0"/>
              <a:t>El match-case es el "rey" en estas situaciones:</a:t>
            </a:r>
          </a:p>
          <a:p>
            <a:r>
              <a:rPr lang="es-ES" b="1" dirty="0"/>
              <a:t>Menús de Usuario:</a:t>
            </a:r>
            <a:r>
              <a:rPr lang="es-ES" dirty="0"/>
              <a:t> Cuando tienes una lista de opciones numeradas (1. Perfil, 2. Configuración, 3. Salir).</a:t>
            </a:r>
          </a:p>
          <a:p>
            <a:r>
              <a:rPr lang="es-ES" b="1" dirty="0"/>
              <a:t>Días de la semana o Meses:</a:t>
            </a:r>
            <a:r>
              <a:rPr lang="es-ES" dirty="0"/>
              <a:t> Para convertir un número (1) en un nombre ("Lunes").</a:t>
            </a:r>
          </a:p>
          <a:p>
            <a:r>
              <a:rPr lang="es-ES" b="1" dirty="0"/>
              <a:t>Estados de un Sistema:</a:t>
            </a:r>
            <a:r>
              <a:rPr lang="es-ES" dirty="0"/>
              <a:t> En ciberseguridad o redes, para manejar códigos de error (404 -&gt; No encontrado, 500 -&gt; Error de servidor).</a:t>
            </a:r>
          </a:p>
          <a:p>
            <a:r>
              <a:rPr lang="es-ES" b="1" dirty="0"/>
              <a:t>Comandos de un Bot:</a:t>
            </a:r>
            <a:r>
              <a:rPr lang="es-ES" dirty="0"/>
              <a:t> Si estás programando un </a:t>
            </a:r>
            <a:r>
              <a:rPr lang="es-ES" dirty="0" err="1"/>
              <a:t>bot</a:t>
            </a:r>
            <a:r>
              <a:rPr lang="es-ES" dirty="0"/>
              <a:t> y debe reaccionar a palabras clave como "ayuda", "precio" o "contacto".</a:t>
            </a:r>
          </a:p>
          <a:p>
            <a:endParaRPr lang="es-CL" dirty="0"/>
          </a:p>
        </p:txBody>
      </p:sp>
    </p:spTree>
    <p:extLst>
      <p:ext uri="{BB962C8B-B14F-4D97-AF65-F5344CB8AC3E}">
        <p14:creationId xmlns:p14="http://schemas.microsoft.com/office/powerpoint/2010/main" val="3363171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EBCFF-93CE-DCD3-2B59-640796B21233}"/>
              </a:ext>
            </a:extLst>
          </p:cNvPr>
          <p:cNvSpPr>
            <a:spLocks noGrp="1"/>
          </p:cNvSpPr>
          <p:nvPr>
            <p:ph type="title"/>
          </p:nvPr>
        </p:nvSpPr>
        <p:spPr/>
        <p:txBody>
          <a:bodyPr/>
          <a:lstStyle/>
          <a:p>
            <a:r>
              <a:rPr lang="es-CL" dirty="0"/>
              <a:t>Diferencias: </a:t>
            </a:r>
            <a:r>
              <a:rPr lang="es-CL" dirty="0" err="1"/>
              <a:t>if-elif</a:t>
            </a:r>
            <a:r>
              <a:rPr lang="es-CL" dirty="0"/>
              <a:t> vs match-case</a:t>
            </a:r>
          </a:p>
        </p:txBody>
      </p:sp>
      <p:sp>
        <p:nvSpPr>
          <p:cNvPr id="3" name="Marcador de contenido 2">
            <a:extLst>
              <a:ext uri="{FF2B5EF4-FFF2-40B4-BE49-F238E27FC236}">
                <a16:creationId xmlns:a16="http://schemas.microsoft.com/office/drawing/2014/main" id="{B91E7D8D-3D19-3C89-612C-76577510B9A0}"/>
              </a:ext>
            </a:extLst>
          </p:cNvPr>
          <p:cNvSpPr>
            <a:spLocks noGrp="1"/>
          </p:cNvSpPr>
          <p:nvPr>
            <p:ph idx="1"/>
          </p:nvPr>
        </p:nvSpPr>
        <p:spPr/>
        <p:txBody>
          <a:bodyPr>
            <a:normAutofit/>
          </a:bodyPr>
          <a:lstStyle/>
          <a:p>
            <a:r>
              <a:rPr lang="es-ES" sz="2400" dirty="0"/>
              <a:t>Es vital que entiendan la diferencia para que sepan cuál elegir:</a:t>
            </a:r>
            <a:endParaRPr lang="es-CL" sz="2400" dirty="0"/>
          </a:p>
        </p:txBody>
      </p:sp>
      <p:graphicFrame>
        <p:nvGraphicFramePr>
          <p:cNvPr id="4" name="Tabla 3">
            <a:extLst>
              <a:ext uri="{FF2B5EF4-FFF2-40B4-BE49-F238E27FC236}">
                <a16:creationId xmlns:a16="http://schemas.microsoft.com/office/drawing/2014/main" id="{1EA340A1-BE18-B92B-861A-161FA1243559}"/>
              </a:ext>
            </a:extLst>
          </p:cNvPr>
          <p:cNvGraphicFramePr>
            <a:graphicFrameLocks noGrp="1"/>
          </p:cNvGraphicFramePr>
          <p:nvPr>
            <p:extLst>
              <p:ext uri="{D42A27DB-BD31-4B8C-83A1-F6EECF244321}">
                <p14:modId xmlns:p14="http://schemas.microsoft.com/office/powerpoint/2010/main" val="679908059"/>
              </p:ext>
            </p:extLst>
          </p:nvPr>
        </p:nvGraphicFramePr>
        <p:xfrm>
          <a:off x="838200" y="2477611"/>
          <a:ext cx="10515599" cy="3139440"/>
        </p:xfrm>
        <a:graphic>
          <a:graphicData uri="http://schemas.openxmlformats.org/drawingml/2006/table">
            <a:tbl>
              <a:tblPr/>
              <a:tblGrid>
                <a:gridCol w="3624695">
                  <a:extLst>
                    <a:ext uri="{9D8B030D-6E8A-4147-A177-3AD203B41FA5}">
                      <a16:colId xmlns:a16="http://schemas.microsoft.com/office/drawing/2014/main" val="2865126809"/>
                    </a:ext>
                  </a:extLst>
                </a:gridCol>
                <a:gridCol w="3624695">
                  <a:extLst>
                    <a:ext uri="{9D8B030D-6E8A-4147-A177-3AD203B41FA5}">
                      <a16:colId xmlns:a16="http://schemas.microsoft.com/office/drawing/2014/main" val="3542040411"/>
                    </a:ext>
                  </a:extLst>
                </a:gridCol>
                <a:gridCol w="3266209">
                  <a:extLst>
                    <a:ext uri="{9D8B030D-6E8A-4147-A177-3AD203B41FA5}">
                      <a16:colId xmlns:a16="http://schemas.microsoft.com/office/drawing/2014/main" val="3688349729"/>
                    </a:ext>
                  </a:extLst>
                </a:gridCol>
              </a:tblGrid>
              <a:tr h="0">
                <a:tc>
                  <a:txBody>
                    <a:bodyPr/>
                    <a:lstStyle/>
                    <a:p>
                      <a:pPr rtl="0">
                        <a:buNone/>
                      </a:pPr>
                      <a:r>
                        <a:rPr lang="es-CL" b="1">
                          <a:solidFill>
                            <a:schemeClr val="bg1"/>
                          </a:solidFill>
                          <a:effectLst/>
                          <a:latin typeface="Google Sans Text"/>
                        </a:rPr>
                        <a:t>Característica</a:t>
                      </a:r>
                      <a:endParaRPr lang="es-CL">
                        <a:solidFill>
                          <a:schemeClr val="bg1"/>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s-CL" b="1">
                          <a:solidFill>
                            <a:schemeClr val="bg1"/>
                          </a:solidFill>
                          <a:effectLst/>
                          <a:latin typeface="Google Sans Text"/>
                        </a:rPr>
                        <a:t>if-elif-else</a:t>
                      </a:r>
                      <a:endParaRPr lang="es-CL">
                        <a:solidFill>
                          <a:schemeClr val="bg1"/>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s-CL" b="1">
                          <a:solidFill>
                            <a:schemeClr val="bg1"/>
                          </a:solidFill>
                          <a:effectLst/>
                          <a:latin typeface="Google Sans Text"/>
                        </a:rPr>
                        <a:t>match-case (Switch)</a:t>
                      </a:r>
                      <a:endParaRPr lang="es-CL">
                        <a:solidFill>
                          <a:schemeClr val="bg1"/>
                        </a:solidFill>
                        <a:effectLst/>
                        <a:latin typeface="Google Sans Text"/>
                      </a:endParaRP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38769721"/>
                  </a:ext>
                </a:extLst>
              </a:tr>
              <a:tr h="0">
                <a:tc>
                  <a:txBody>
                    <a:bodyPr/>
                    <a:lstStyle/>
                    <a:p>
                      <a:pPr rtl="0">
                        <a:buNone/>
                      </a:pPr>
                      <a:r>
                        <a:rPr lang="es-CL" b="1">
                          <a:solidFill>
                            <a:schemeClr val="bg1"/>
                          </a:solidFill>
                          <a:effectLst/>
                          <a:latin typeface="Google Sans Text"/>
                        </a:rPr>
                        <a:t>Complejidad</a:t>
                      </a:r>
                      <a:endParaRPr lang="es-CL">
                        <a:solidFill>
                          <a:schemeClr val="bg1"/>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s-ES">
                          <a:solidFill>
                            <a:schemeClr val="bg1"/>
                          </a:solidFill>
                          <a:effectLst/>
                          <a:latin typeface="Google Sans Text"/>
                        </a:rPr>
                        <a:t>Puede evaluar rangos (x &gt; 10 and x &lt; 20).</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s-ES">
                          <a:solidFill>
                            <a:schemeClr val="bg1"/>
                          </a:solidFill>
                          <a:effectLst/>
                          <a:latin typeface="Google Sans Text"/>
                        </a:rPr>
                        <a:t>Se enfoca en valores fijos (x == 10).</a:t>
                      </a: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18237370"/>
                  </a:ext>
                </a:extLst>
              </a:tr>
              <a:tr h="0">
                <a:tc>
                  <a:txBody>
                    <a:bodyPr/>
                    <a:lstStyle/>
                    <a:p>
                      <a:pPr rtl="0">
                        <a:buNone/>
                      </a:pPr>
                      <a:r>
                        <a:rPr lang="es-CL" b="1">
                          <a:solidFill>
                            <a:schemeClr val="bg1"/>
                          </a:solidFill>
                          <a:effectLst/>
                          <a:latin typeface="Google Sans Text"/>
                        </a:rPr>
                        <a:t>Legibilidad</a:t>
                      </a:r>
                      <a:endParaRPr lang="es-CL">
                        <a:solidFill>
                          <a:schemeClr val="bg1"/>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s-ES">
                          <a:solidFill>
                            <a:schemeClr val="bg1"/>
                          </a:solidFill>
                          <a:effectLst/>
                          <a:latin typeface="Google Sans Text"/>
                        </a:rPr>
                        <a:t>Puede verse desordenado con muchos casos.</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s-ES">
                          <a:solidFill>
                            <a:schemeClr val="bg1"/>
                          </a:solidFill>
                          <a:effectLst/>
                          <a:latin typeface="Google Sans Text"/>
                        </a:rPr>
                        <a:t>Es muy limpio y fácil de leer.</a:t>
                      </a: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3559824"/>
                  </a:ext>
                </a:extLst>
              </a:tr>
              <a:tr h="0">
                <a:tc>
                  <a:txBody>
                    <a:bodyPr/>
                    <a:lstStyle/>
                    <a:p>
                      <a:pPr rtl="0">
                        <a:buNone/>
                      </a:pPr>
                      <a:r>
                        <a:rPr lang="es-CL" b="1">
                          <a:solidFill>
                            <a:schemeClr val="bg1"/>
                          </a:solidFill>
                          <a:effectLst/>
                          <a:latin typeface="Google Sans Text"/>
                        </a:rPr>
                        <a:t>Velocidad</a:t>
                      </a:r>
                      <a:endParaRPr lang="es-CL">
                        <a:solidFill>
                          <a:schemeClr val="bg1"/>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s-ES">
                          <a:solidFill>
                            <a:schemeClr val="bg1"/>
                          </a:solidFill>
                          <a:effectLst/>
                          <a:latin typeface="Google Sans Text"/>
                        </a:rPr>
                        <a:t>Evalúa cada línea una por una.</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s-CL" dirty="0">
                          <a:solidFill>
                            <a:schemeClr val="bg1"/>
                          </a:solidFill>
                          <a:effectLst/>
                          <a:latin typeface="Google Sans Text"/>
                        </a:rPr>
                        <a:t>Está optimizado para buscar el valor directamente.</a:t>
                      </a: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96848785"/>
                  </a:ext>
                </a:extLst>
              </a:tr>
            </a:tbl>
          </a:graphicData>
        </a:graphic>
      </p:graphicFrame>
    </p:spTree>
    <p:extLst>
      <p:ext uri="{BB962C8B-B14F-4D97-AF65-F5344CB8AC3E}">
        <p14:creationId xmlns:p14="http://schemas.microsoft.com/office/powerpoint/2010/main" val="2792718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8933CA-B06E-F4EA-6C74-874A704FA09D}"/>
              </a:ext>
            </a:extLst>
          </p:cNvPr>
          <p:cNvSpPr>
            <a:spLocks noGrp="1"/>
          </p:cNvSpPr>
          <p:nvPr>
            <p:ph type="title"/>
          </p:nvPr>
        </p:nvSpPr>
        <p:spPr/>
        <p:txBody>
          <a:bodyPr/>
          <a:lstStyle/>
          <a:p>
            <a:r>
              <a:rPr lang="es-CL" dirty="0"/>
              <a:t>Veamos un repaso</a:t>
            </a:r>
          </a:p>
        </p:txBody>
      </p:sp>
      <p:sp>
        <p:nvSpPr>
          <p:cNvPr id="3" name="Marcador de contenido 2">
            <a:extLst>
              <a:ext uri="{FF2B5EF4-FFF2-40B4-BE49-F238E27FC236}">
                <a16:creationId xmlns:a16="http://schemas.microsoft.com/office/drawing/2014/main" id="{C1138167-16D2-389E-6EBC-EA4B1A037365}"/>
              </a:ext>
            </a:extLst>
          </p:cNvPr>
          <p:cNvSpPr>
            <a:spLocks noGrp="1"/>
          </p:cNvSpPr>
          <p:nvPr>
            <p:ph idx="1"/>
          </p:nvPr>
        </p:nvSpPr>
        <p:spPr/>
        <p:txBody>
          <a:bodyPr/>
          <a:lstStyle/>
          <a:p>
            <a:r>
              <a:rPr lang="es-CL" dirty="0"/>
              <a:t>El Selector de Frutas:</a:t>
            </a:r>
          </a:p>
          <a:p>
            <a:r>
              <a:rPr lang="es-ES" sz="2400" dirty="0"/>
              <a:t>escriban un programa que reciba el nombre de una fruta y les diga de qué color es.</a:t>
            </a:r>
          </a:p>
          <a:p>
            <a:r>
              <a:rPr lang="es-ES" sz="2400" dirty="0"/>
              <a:t>Si es "manzana" -&gt; "Rojo o Verde"</a:t>
            </a:r>
          </a:p>
          <a:p>
            <a:r>
              <a:rPr lang="es-ES" sz="2400" dirty="0"/>
              <a:t>Si es "</a:t>
            </a:r>
            <a:r>
              <a:rPr lang="es-ES" sz="2400" dirty="0" err="1"/>
              <a:t>platano</a:t>
            </a:r>
            <a:r>
              <a:rPr lang="es-ES" sz="2400" dirty="0"/>
              <a:t>" -&gt; "Amarillo"</a:t>
            </a:r>
          </a:p>
          <a:p>
            <a:r>
              <a:rPr lang="es-ES" sz="2400" dirty="0"/>
              <a:t>Si es "uva" -&gt; "Morado"</a:t>
            </a:r>
          </a:p>
          <a:p>
            <a:r>
              <a:rPr lang="es-ES" sz="2400" dirty="0"/>
              <a:t>Cualquier otra -&gt; "Color desconocido"</a:t>
            </a:r>
          </a:p>
          <a:p>
            <a:endParaRPr lang="es-CL" dirty="0"/>
          </a:p>
        </p:txBody>
      </p:sp>
    </p:spTree>
    <p:extLst>
      <p:ext uri="{BB962C8B-B14F-4D97-AF65-F5344CB8AC3E}">
        <p14:creationId xmlns:p14="http://schemas.microsoft.com/office/powerpoint/2010/main" val="3531738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899618-A3C4-16B9-679E-FB74E934C793}"/>
              </a:ext>
            </a:extLst>
          </p:cNvPr>
          <p:cNvSpPr>
            <a:spLocks noGrp="1"/>
          </p:cNvSpPr>
          <p:nvPr>
            <p:ph type="title"/>
          </p:nvPr>
        </p:nvSpPr>
        <p:spPr/>
        <p:txBody>
          <a:bodyPr/>
          <a:lstStyle/>
          <a:p>
            <a:r>
              <a:rPr lang="es-CL" dirty="0"/>
              <a:t>Solución:</a:t>
            </a:r>
          </a:p>
        </p:txBody>
      </p:sp>
      <p:sp>
        <p:nvSpPr>
          <p:cNvPr id="3" name="Marcador de contenido 2">
            <a:extLst>
              <a:ext uri="{FF2B5EF4-FFF2-40B4-BE49-F238E27FC236}">
                <a16:creationId xmlns:a16="http://schemas.microsoft.com/office/drawing/2014/main" id="{E868A462-6EA4-2121-70A3-57E891655915}"/>
              </a:ext>
            </a:extLst>
          </p:cNvPr>
          <p:cNvSpPr>
            <a:spLocks noGrp="1"/>
          </p:cNvSpPr>
          <p:nvPr>
            <p:ph idx="1"/>
          </p:nvPr>
        </p:nvSpPr>
        <p:spPr/>
        <p:txBody>
          <a:bodyPr>
            <a:normAutofit fontScale="62500" lnSpcReduction="20000"/>
          </a:bodyPr>
          <a:lstStyle/>
          <a:p>
            <a:r>
              <a:rPr lang="es-CL" dirty="0"/>
              <a:t>fruta = input("Dime una fruta: ").</a:t>
            </a:r>
            <a:r>
              <a:rPr lang="es-CL" dirty="0" err="1"/>
              <a:t>lower</a:t>
            </a:r>
            <a:r>
              <a:rPr lang="es-CL" dirty="0"/>
              <a:t>()</a:t>
            </a:r>
          </a:p>
          <a:p>
            <a:endParaRPr lang="es-CL" dirty="0"/>
          </a:p>
          <a:p>
            <a:r>
              <a:rPr lang="es-CL" dirty="0"/>
              <a:t>match fruta:</a:t>
            </a:r>
          </a:p>
          <a:p>
            <a:r>
              <a:rPr lang="es-CL" dirty="0"/>
              <a:t>    case "manzana":</a:t>
            </a:r>
          </a:p>
          <a:p>
            <a:r>
              <a:rPr lang="es-CL" dirty="0"/>
              <a:t>        </a:t>
            </a:r>
            <a:r>
              <a:rPr lang="es-CL" dirty="0" err="1"/>
              <a:t>print</a:t>
            </a:r>
            <a:r>
              <a:rPr lang="es-CL" dirty="0"/>
              <a:t>("Rojo o Verde")</a:t>
            </a:r>
          </a:p>
          <a:p>
            <a:r>
              <a:rPr lang="es-CL" dirty="0"/>
              <a:t>    case "</a:t>
            </a:r>
            <a:r>
              <a:rPr lang="es-CL" dirty="0" err="1"/>
              <a:t>platano</a:t>
            </a:r>
            <a:r>
              <a:rPr lang="es-CL" dirty="0"/>
              <a:t>":</a:t>
            </a:r>
          </a:p>
          <a:p>
            <a:r>
              <a:rPr lang="es-CL" dirty="0"/>
              <a:t>        </a:t>
            </a:r>
            <a:r>
              <a:rPr lang="es-CL" dirty="0" err="1"/>
              <a:t>print</a:t>
            </a:r>
            <a:r>
              <a:rPr lang="es-CL" dirty="0"/>
              <a:t>("Amarillo")</a:t>
            </a:r>
          </a:p>
          <a:p>
            <a:r>
              <a:rPr lang="es-CL" dirty="0"/>
              <a:t>    case "uva":</a:t>
            </a:r>
          </a:p>
          <a:p>
            <a:r>
              <a:rPr lang="es-CL" dirty="0"/>
              <a:t>        </a:t>
            </a:r>
            <a:r>
              <a:rPr lang="es-CL" dirty="0" err="1"/>
              <a:t>print</a:t>
            </a:r>
            <a:r>
              <a:rPr lang="es-CL" dirty="0"/>
              <a:t>("Morado")</a:t>
            </a:r>
          </a:p>
          <a:p>
            <a:r>
              <a:rPr lang="es-CL" dirty="0"/>
              <a:t>    case _:</a:t>
            </a:r>
          </a:p>
          <a:p>
            <a:r>
              <a:rPr lang="es-CL" dirty="0"/>
              <a:t>        </a:t>
            </a:r>
            <a:r>
              <a:rPr lang="es-CL" dirty="0" err="1"/>
              <a:t>print</a:t>
            </a:r>
            <a:r>
              <a:rPr lang="es-CL" dirty="0"/>
              <a:t>("Color desconocido")</a:t>
            </a:r>
          </a:p>
        </p:txBody>
      </p:sp>
    </p:spTree>
    <p:extLst>
      <p:ext uri="{BB962C8B-B14F-4D97-AF65-F5344CB8AC3E}">
        <p14:creationId xmlns:p14="http://schemas.microsoft.com/office/powerpoint/2010/main" val="2476897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E62B50-500E-D9AE-F1B4-FFBCCAD0159C}"/>
              </a:ext>
            </a:extLst>
          </p:cNvPr>
          <p:cNvSpPr>
            <a:spLocks noGrp="1"/>
          </p:cNvSpPr>
          <p:nvPr>
            <p:ph type="title"/>
          </p:nvPr>
        </p:nvSpPr>
        <p:spPr/>
        <p:txBody>
          <a:bodyPr/>
          <a:lstStyle/>
          <a:p>
            <a:r>
              <a:rPr lang="es-CL" dirty="0"/>
              <a:t>Conclusión</a:t>
            </a:r>
          </a:p>
        </p:txBody>
      </p:sp>
      <p:sp>
        <p:nvSpPr>
          <p:cNvPr id="3" name="Marcador de contenido 2">
            <a:extLst>
              <a:ext uri="{FF2B5EF4-FFF2-40B4-BE49-F238E27FC236}">
                <a16:creationId xmlns:a16="http://schemas.microsoft.com/office/drawing/2014/main" id="{9F1676FC-7310-9CEC-E1EC-C7AF128E14CA}"/>
              </a:ext>
            </a:extLst>
          </p:cNvPr>
          <p:cNvSpPr>
            <a:spLocks noGrp="1"/>
          </p:cNvSpPr>
          <p:nvPr>
            <p:ph idx="1"/>
          </p:nvPr>
        </p:nvSpPr>
        <p:spPr/>
        <p:txBody>
          <a:bodyPr>
            <a:normAutofit/>
          </a:bodyPr>
          <a:lstStyle/>
          <a:p>
            <a:r>
              <a:rPr lang="es-ES" sz="1800" b="1" dirty="0"/>
              <a:t>¿Cuál elijo?</a:t>
            </a:r>
          </a:p>
          <a:p>
            <a:r>
              <a:rPr lang="es-ES" sz="1800" dirty="0"/>
              <a:t>Para que no duden al programar, dales esta regla de oro:</a:t>
            </a:r>
          </a:p>
          <a:p>
            <a:r>
              <a:rPr lang="es-ES" sz="1800" b="1" dirty="0"/>
              <a:t>Usa </a:t>
            </a:r>
            <a:r>
              <a:rPr lang="es-ES" sz="1800" b="1" dirty="0" err="1"/>
              <a:t>if-elif-else</a:t>
            </a:r>
            <a:r>
              <a:rPr lang="es-ES" sz="1800" b="1" dirty="0"/>
              <a:t> cuando:</a:t>
            </a:r>
            <a:endParaRPr lang="es-ES" sz="1800" dirty="0"/>
          </a:p>
          <a:p>
            <a:pPr lvl="1"/>
            <a:r>
              <a:rPr lang="es-ES" sz="1600" dirty="0"/>
              <a:t>Tengas rangos numéricos (ej. edad &gt; 18).</a:t>
            </a:r>
          </a:p>
          <a:p>
            <a:pPr lvl="1"/>
            <a:r>
              <a:rPr lang="es-ES" sz="1600" dirty="0"/>
              <a:t>Tengas condiciones complejas con and u </a:t>
            </a:r>
            <a:r>
              <a:rPr lang="es-ES" sz="1600" dirty="0" err="1"/>
              <a:t>or</a:t>
            </a:r>
            <a:r>
              <a:rPr lang="es-ES" sz="1600" dirty="0"/>
              <a:t> (ej. usuario == "</a:t>
            </a:r>
            <a:r>
              <a:rPr lang="es-ES" sz="1600" dirty="0" err="1"/>
              <a:t>admin</a:t>
            </a:r>
            <a:r>
              <a:rPr lang="es-ES" sz="1600" dirty="0"/>
              <a:t>" and activo == True).</a:t>
            </a:r>
          </a:p>
          <a:p>
            <a:pPr lvl="1"/>
            <a:r>
              <a:rPr lang="es-ES" sz="1600" dirty="0"/>
              <a:t>Necesites comparar cosas diferentes en cada paso.</a:t>
            </a:r>
          </a:p>
          <a:p>
            <a:r>
              <a:rPr lang="es-ES" sz="1800" b="1" dirty="0"/>
              <a:t>Usa match-case (Switch) cuando:</a:t>
            </a:r>
            <a:endParaRPr lang="es-ES" sz="1800" dirty="0"/>
          </a:p>
          <a:p>
            <a:pPr lvl="1"/>
            <a:r>
              <a:rPr lang="es-ES" sz="1600" dirty="0"/>
              <a:t>Estés comparando </a:t>
            </a:r>
            <a:r>
              <a:rPr lang="es-ES" sz="1600" b="1" dirty="0"/>
              <a:t>una sola variable</a:t>
            </a:r>
            <a:r>
              <a:rPr lang="es-ES" sz="1600" dirty="0"/>
              <a:t> contra una lista de valores fijos (ej. un menú de opciones 1, 2, 3 o nombres de países).</a:t>
            </a:r>
          </a:p>
          <a:p>
            <a:pPr lvl="1"/>
            <a:r>
              <a:rPr lang="es-ES" sz="1600" dirty="0"/>
              <a:t>Busques que tu código se vea "limpio" y profesional.</a:t>
            </a:r>
          </a:p>
          <a:p>
            <a:endParaRPr lang="es-CL" sz="1800" dirty="0"/>
          </a:p>
        </p:txBody>
      </p:sp>
    </p:spTree>
    <p:extLst>
      <p:ext uri="{BB962C8B-B14F-4D97-AF65-F5344CB8AC3E}">
        <p14:creationId xmlns:p14="http://schemas.microsoft.com/office/powerpoint/2010/main" val="517227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909483-7F02-E3BE-59CF-CC6C0B7E22F5}"/>
              </a:ext>
            </a:extLst>
          </p:cNvPr>
          <p:cNvSpPr>
            <a:spLocks noGrp="1"/>
          </p:cNvSpPr>
          <p:nvPr>
            <p:ph type="title"/>
          </p:nvPr>
        </p:nvSpPr>
        <p:spPr/>
        <p:txBody>
          <a:bodyPr/>
          <a:lstStyle/>
          <a:p>
            <a:r>
              <a:rPr lang="es-ES" dirty="0"/>
              <a:t>Ejercicio Final: "El Selector de Clima"</a:t>
            </a:r>
            <a:endParaRPr lang="es-CL" dirty="0"/>
          </a:p>
        </p:txBody>
      </p:sp>
      <p:sp>
        <p:nvSpPr>
          <p:cNvPr id="3" name="Marcador de contenido 2">
            <a:extLst>
              <a:ext uri="{FF2B5EF4-FFF2-40B4-BE49-F238E27FC236}">
                <a16:creationId xmlns:a16="http://schemas.microsoft.com/office/drawing/2014/main" id="{BC51B46E-49A8-F30C-61F7-475D9175DC56}"/>
              </a:ext>
            </a:extLst>
          </p:cNvPr>
          <p:cNvSpPr>
            <a:spLocks noGrp="1"/>
          </p:cNvSpPr>
          <p:nvPr>
            <p:ph idx="1"/>
          </p:nvPr>
        </p:nvSpPr>
        <p:spPr/>
        <p:txBody>
          <a:bodyPr/>
          <a:lstStyle/>
          <a:p>
            <a:r>
              <a:rPr lang="es-ES" b="1" dirty="0"/>
              <a:t>El Reto:</a:t>
            </a:r>
            <a:r>
              <a:rPr lang="es-ES" dirty="0"/>
              <a:t> Crea un programa que pregunte cómo está el clima hoy (Soleado, Lluvioso, Nevando, Nublado) y dé una recomendación.</a:t>
            </a:r>
            <a:endParaRPr lang="es-CL" dirty="0"/>
          </a:p>
        </p:txBody>
      </p:sp>
    </p:spTree>
    <p:extLst>
      <p:ext uri="{BB962C8B-B14F-4D97-AF65-F5344CB8AC3E}">
        <p14:creationId xmlns:p14="http://schemas.microsoft.com/office/powerpoint/2010/main" val="1620527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7DA9DCD-2C89-0D35-977B-16842AA29063}"/>
              </a:ext>
            </a:extLst>
          </p:cNvPr>
          <p:cNvSpPr>
            <a:spLocks noGrp="1"/>
          </p:cNvSpPr>
          <p:nvPr>
            <p:ph idx="1"/>
          </p:nvPr>
        </p:nvSpPr>
        <p:spPr/>
        <p:txBody>
          <a:bodyPr>
            <a:normAutofit lnSpcReduction="10000"/>
          </a:bodyPr>
          <a:lstStyle/>
          <a:p>
            <a:r>
              <a:rPr lang="es-ES" i="1" dirty="0"/>
              <a:t>"Un buen programador no es el que hace el código más difícil, sino el que hace el código más fácil de leer para otros"</a:t>
            </a:r>
            <a:r>
              <a:rPr lang="es-ES" dirty="0"/>
              <a:t>.</a:t>
            </a:r>
          </a:p>
          <a:p>
            <a:endParaRPr lang="es-ES" dirty="0"/>
          </a:p>
          <a:p>
            <a:endParaRPr lang="es-ES" dirty="0"/>
          </a:p>
          <a:p>
            <a:r>
              <a:rPr lang="es-ES" dirty="0"/>
              <a:t>El match-case es la herramienta favorita de los programadores senior porque permite que cualquier persona que lea el código entienda las opciones en un segundo, sin tener que descifrar un montón de paréntesis y comparaciones.</a:t>
            </a:r>
            <a:endParaRPr lang="es-CL" dirty="0"/>
          </a:p>
        </p:txBody>
      </p:sp>
      <p:pic>
        <p:nvPicPr>
          <p:cNvPr id="3074" name="Picture 2" descr="Yo pensando en que excusa darle a mi nutricionista de el por qué subí 5  kilos:">
            <a:extLst>
              <a:ext uri="{FF2B5EF4-FFF2-40B4-BE49-F238E27FC236}">
                <a16:creationId xmlns:a16="http://schemas.microsoft.com/office/drawing/2014/main" id="{2450B724-C017-6F93-DF29-222C26F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9658" y="1"/>
            <a:ext cx="2512342" cy="1803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322345"/>
      </p:ext>
    </p:extLst>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DF5E72EF5AFE40B8C13C9FDDBBDDC4" ma:contentTypeVersion="9" ma:contentTypeDescription="Create a new document." ma:contentTypeScope="" ma:versionID="9dc1cbe20f852d820ab786f0ec5a69d2">
  <xsd:schema xmlns:xsd="http://www.w3.org/2001/XMLSchema" xmlns:xs="http://www.w3.org/2001/XMLSchema" xmlns:p="http://schemas.microsoft.com/office/2006/metadata/properties" xmlns:ns3="bd101d8b-ff64-4076-b8ae-32b73fdb90d4" targetNamespace="http://schemas.microsoft.com/office/2006/metadata/properties" ma:root="true" ma:fieldsID="b16ad62e8496978780fcf3575a9b9b45" ns3:_="">
    <xsd:import namespace="bd101d8b-ff64-4076-b8ae-32b73fdb90d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_activity"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101d8b-ff64-4076-b8ae-32b73fdb90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d101d8b-ff64-4076-b8ae-32b73fdb90d4" xsi:nil="true"/>
  </documentManagement>
</p:properties>
</file>

<file path=customXml/itemProps1.xml><?xml version="1.0" encoding="utf-8"?>
<ds:datastoreItem xmlns:ds="http://schemas.openxmlformats.org/officeDocument/2006/customXml" ds:itemID="{38538835-E21B-46CC-8597-3A81DBFFED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101d8b-ff64-4076-b8ae-32b73fdb90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BBE25D-E9B2-4A64-B1D9-0878F0752B28}">
  <ds:schemaRefs>
    <ds:schemaRef ds:uri="http://schemas.microsoft.com/sharepoint/v3/contenttype/forms"/>
  </ds:schemaRefs>
</ds:datastoreItem>
</file>

<file path=customXml/itemProps3.xml><?xml version="1.0" encoding="utf-8"?>
<ds:datastoreItem xmlns:ds="http://schemas.openxmlformats.org/officeDocument/2006/customXml" ds:itemID="{3137228B-E6DB-4C93-97F2-F16361258BFE}">
  <ds:schemaRefs>
    <ds:schemaRef ds:uri="http://www.w3.org/XML/1998/namespac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bd101d8b-ff64-4076-b8ae-32b73fdb90d4"/>
    <ds:schemaRef ds:uri="http://purl.org/dc/dcmitype/"/>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19</TotalTime>
  <Words>1442</Words>
  <Application>Microsoft Office PowerPoint</Application>
  <PresentationFormat>Panorámica</PresentationFormat>
  <Paragraphs>154</Paragraphs>
  <Slides>21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21</vt:i4>
      </vt:variant>
    </vt:vector>
  </HeadingPairs>
  <TitlesOfParts>
    <vt:vector size="28" baseType="lpstr">
      <vt:lpstr>Arial</vt:lpstr>
      <vt:lpstr>Avenir Next LT Pro</vt:lpstr>
      <vt:lpstr>AvenirNext LT Pro Medium</vt:lpstr>
      <vt:lpstr>Courier New</vt:lpstr>
      <vt:lpstr>Google Sans Flex</vt:lpstr>
      <vt:lpstr>Google Sans Text</vt:lpstr>
      <vt:lpstr>BlockprintVTI</vt:lpstr>
      <vt:lpstr>Presentación de PowerPoint</vt:lpstr>
      <vt:lpstr>Objetivo de la clase</vt:lpstr>
      <vt:lpstr>Sentencias Condicionales:  Los Caminos (if, elif, else)</vt:lpstr>
      <vt:lpstr>Recordemos</vt:lpstr>
      <vt:lpstr>Los Caminos (if, elif, else)</vt:lpstr>
      <vt:lpstr>Casos de Uso Profesionales (¿Para qué sirve esto en el trabajo?) </vt:lpstr>
      <vt:lpstr>EJEMPLO DE LA VIDA REAL</vt:lpstr>
      <vt:lpstr>A. Clasificador de Notas (Escolar)</vt:lpstr>
      <vt:lpstr>Sistema de Descuentos (E-commerce)</vt:lpstr>
      <vt:lpstr>Ahora te toca a ti</vt:lpstr>
      <vt:lpstr>Presentación de PowerPoint</vt:lpstr>
      <vt:lpstr>Presentación de PowerPoint</vt:lpstr>
      <vt:lpstr>El Switch Case  (conocido en Python como match-case)</vt:lpstr>
      <vt:lpstr>Sintaxis en Python (match-case)</vt:lpstr>
      <vt:lpstr>Casos de Uso (¿Cuándo usarlo?)</vt:lpstr>
      <vt:lpstr>Diferencias: if-elif vs match-case</vt:lpstr>
      <vt:lpstr>Veamos un repaso</vt:lpstr>
      <vt:lpstr>Solución:</vt:lpstr>
      <vt:lpstr>Conclusión</vt:lpstr>
      <vt:lpstr>Ejercicio Final: "El Selector de Clima"</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Patricio Ignacio Carrasco Zura</dc:creator>
  <cp:lastModifiedBy>Patricio Ignacio Carrasco Zura</cp:lastModifiedBy>
  <cp:revision>1</cp:revision>
  <dcterms:created xsi:type="dcterms:W3CDTF">2026-03-16T14:54:56Z</dcterms:created>
  <dcterms:modified xsi:type="dcterms:W3CDTF">2026-03-16T15:14:13Z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0x01010039DF5E72EF5AFE40B8C13C9FDDBBDDC4</vt:lpwstr>
  </property>
</Properties>
</file>